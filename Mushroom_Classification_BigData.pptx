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2" r:id="rId8"/>
    <p:sldId id="263" r:id="rId9"/>
    <p:sldId id="261" r:id="rId10"/>
    <p:sldId id="264" r:id="rId11"/>
    <p:sldId id="265" r:id="rId12"/>
    <p:sldId id="272" r:id="rId13"/>
    <p:sldId id="271" r:id="rId14"/>
    <p:sldId id="266" r:id="rId15"/>
    <p:sldId id="268" r:id="rId16"/>
    <p:sldId id="273" r:id="rId17"/>
    <p:sldId id="274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89BF0B-BF20-4A5A-B981-101CBCE567C1}" v="108" dt="2026-02-04T10:43:43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dreza BAHMANYAR" userId="42c6c04d-b323-4c43-a650-3e7c55de1ced" providerId="ADAL" clId="{8103F638-7864-422B-97BE-E3424C54BF73}"/>
    <pc:docChg chg="undo custSel addSld delSld modSld sldOrd modMainMaster">
      <pc:chgData name="Hamidreza BAHMANYAR" userId="42c6c04d-b323-4c43-a650-3e7c55de1ced" providerId="ADAL" clId="{8103F638-7864-422B-97BE-E3424C54BF73}" dt="2026-02-04T10:45:07.564" v="1903" actId="1076"/>
      <pc:docMkLst>
        <pc:docMk/>
      </pc:docMkLst>
      <pc:sldChg chg="modSp mod">
        <pc:chgData name="Hamidreza BAHMANYAR" userId="42c6c04d-b323-4c43-a650-3e7c55de1ced" providerId="ADAL" clId="{8103F638-7864-422B-97BE-E3424C54BF73}" dt="2026-02-04T10:45:07.564" v="1903" actId="1076"/>
        <pc:sldMkLst>
          <pc:docMk/>
          <pc:sldMk cId="1700798936" sldId="256"/>
        </pc:sldMkLst>
        <pc:spChg chg="mod">
          <ac:chgData name="Hamidreza BAHMANYAR" userId="42c6c04d-b323-4c43-a650-3e7c55de1ced" providerId="ADAL" clId="{8103F638-7864-422B-97BE-E3424C54BF73}" dt="2026-02-04T10:45:07.564" v="1903" actId="1076"/>
          <ac:spMkLst>
            <pc:docMk/>
            <pc:sldMk cId="1700798936" sldId="256"/>
            <ac:spMk id="2" creationId="{33742E5D-522A-932B-92CE-F71E3F64CAD5}"/>
          </ac:spMkLst>
        </pc:spChg>
        <pc:spChg chg="mod">
          <ac:chgData name="Hamidreza BAHMANYAR" userId="42c6c04d-b323-4c43-a650-3e7c55de1ced" providerId="ADAL" clId="{8103F638-7864-422B-97BE-E3424C54BF73}" dt="2026-02-04T10:45:04.956" v="1902" actId="1076"/>
          <ac:spMkLst>
            <pc:docMk/>
            <pc:sldMk cId="1700798936" sldId="256"/>
            <ac:spMk id="3" creationId="{D5F6D04D-395A-6919-9508-2606E166B1B3}"/>
          </ac:spMkLst>
        </pc:spChg>
      </pc:sldChg>
      <pc:sldChg chg="addSp delSp modSp new mod">
        <pc:chgData name="Hamidreza BAHMANYAR" userId="42c6c04d-b323-4c43-a650-3e7c55de1ced" providerId="ADAL" clId="{8103F638-7864-422B-97BE-E3424C54BF73}" dt="2026-02-04T09:19:58.982" v="1369" actId="1076"/>
        <pc:sldMkLst>
          <pc:docMk/>
          <pc:sldMk cId="3710407160" sldId="257"/>
        </pc:sldMkLst>
        <pc:spChg chg="mod">
          <ac:chgData name="Hamidreza BAHMANYAR" userId="42c6c04d-b323-4c43-a650-3e7c55de1ced" providerId="ADAL" clId="{8103F638-7864-422B-97BE-E3424C54BF73}" dt="2026-02-04T09:19:58.982" v="1369" actId="1076"/>
          <ac:spMkLst>
            <pc:docMk/>
            <pc:sldMk cId="3710407160" sldId="257"/>
            <ac:spMk id="2" creationId="{3C2537AF-5604-00E0-ED06-1345D420C058}"/>
          </ac:spMkLst>
        </pc:spChg>
        <pc:spChg chg="del">
          <ac:chgData name="Hamidreza BAHMANYAR" userId="42c6c04d-b323-4c43-a650-3e7c55de1ced" providerId="ADAL" clId="{8103F638-7864-422B-97BE-E3424C54BF73}" dt="2026-02-03T13:33:36.687" v="188" actId="21"/>
          <ac:spMkLst>
            <pc:docMk/>
            <pc:sldMk cId="3710407160" sldId="257"/>
            <ac:spMk id="3" creationId="{089D1D72-2991-0C56-5151-58E3CF1D3992}"/>
          </ac:spMkLst>
        </pc:spChg>
        <pc:spChg chg="add mod">
          <ac:chgData name="Hamidreza BAHMANYAR" userId="42c6c04d-b323-4c43-a650-3e7c55de1ced" providerId="ADAL" clId="{8103F638-7864-422B-97BE-E3424C54BF73}" dt="2026-02-04T09:19:51.008" v="1367" actId="2711"/>
          <ac:spMkLst>
            <pc:docMk/>
            <pc:sldMk cId="3710407160" sldId="257"/>
            <ac:spMk id="4" creationId="{51961EE3-D4BC-AC53-531F-51B03ED62443}"/>
          </ac:spMkLst>
        </pc:spChg>
        <pc:spChg chg="add del mod">
          <ac:chgData name="Hamidreza BAHMANYAR" userId="42c6c04d-b323-4c43-a650-3e7c55de1ced" providerId="ADAL" clId="{8103F638-7864-422B-97BE-E3424C54BF73}" dt="2026-02-04T09:12:33.618" v="1324" actId="478"/>
          <ac:spMkLst>
            <pc:docMk/>
            <pc:sldMk cId="3710407160" sldId="257"/>
            <ac:spMk id="5" creationId="{DA71EB52-7387-AB5A-30BF-ADC62028BE34}"/>
          </ac:spMkLst>
        </pc:spChg>
      </pc:sldChg>
      <pc:sldChg chg="addSp delSp modSp new mod modClrScheme chgLayout">
        <pc:chgData name="Hamidreza BAHMANYAR" userId="42c6c04d-b323-4c43-a650-3e7c55de1ced" providerId="ADAL" clId="{8103F638-7864-422B-97BE-E3424C54BF73}" dt="2026-02-04T09:28:25.490" v="1433" actId="20577"/>
        <pc:sldMkLst>
          <pc:docMk/>
          <pc:sldMk cId="206613719" sldId="258"/>
        </pc:sldMkLst>
        <pc:spChg chg="del">
          <ac:chgData name="Hamidreza BAHMANYAR" userId="42c6c04d-b323-4c43-a650-3e7c55de1ced" providerId="ADAL" clId="{8103F638-7864-422B-97BE-E3424C54BF73}" dt="2026-02-03T13:54:31.348" v="281" actId="700"/>
          <ac:spMkLst>
            <pc:docMk/>
            <pc:sldMk cId="206613719" sldId="258"/>
            <ac:spMk id="2" creationId="{D80E0248-31F4-A379-C0A6-9B743244CD5B}"/>
          </ac:spMkLst>
        </pc:spChg>
        <pc:spChg chg="del">
          <ac:chgData name="Hamidreza BAHMANYAR" userId="42c6c04d-b323-4c43-a650-3e7c55de1ced" providerId="ADAL" clId="{8103F638-7864-422B-97BE-E3424C54BF73}" dt="2026-02-03T13:54:31.348" v="281" actId="700"/>
          <ac:spMkLst>
            <pc:docMk/>
            <pc:sldMk cId="206613719" sldId="258"/>
            <ac:spMk id="3" creationId="{8000C51C-2CFB-018F-C6EE-BDFFC3DA0339}"/>
          </ac:spMkLst>
        </pc:spChg>
        <pc:spChg chg="add mod">
          <ac:chgData name="Hamidreza BAHMANYAR" userId="42c6c04d-b323-4c43-a650-3e7c55de1ced" providerId="ADAL" clId="{8103F638-7864-422B-97BE-E3424C54BF73}" dt="2026-02-04T09:28:25.490" v="1433" actId="20577"/>
          <ac:spMkLst>
            <pc:docMk/>
            <pc:sldMk cId="206613719" sldId="258"/>
            <ac:spMk id="4" creationId="{DB61D13D-C626-AC6B-D5BC-3A02246DEEBA}"/>
          </ac:spMkLst>
        </pc:spChg>
        <pc:spChg chg="add mod">
          <ac:chgData name="Hamidreza BAHMANYAR" userId="42c6c04d-b323-4c43-a650-3e7c55de1ced" providerId="ADAL" clId="{8103F638-7864-422B-97BE-E3424C54BF73}" dt="2026-02-03T13:58:45.637" v="307" actId="1076"/>
          <ac:spMkLst>
            <pc:docMk/>
            <pc:sldMk cId="206613719" sldId="258"/>
            <ac:spMk id="5" creationId="{F38ACB74-BD8F-40A8-F593-94B9AE43C94F}"/>
          </ac:spMkLst>
        </pc:spChg>
        <pc:spChg chg="add">
          <ac:chgData name="Hamidreza BAHMANYAR" userId="42c6c04d-b323-4c43-a650-3e7c55de1ced" providerId="ADAL" clId="{8103F638-7864-422B-97BE-E3424C54BF73}" dt="2026-02-03T13:58:33.703" v="304"/>
          <ac:spMkLst>
            <pc:docMk/>
            <pc:sldMk cId="206613719" sldId="258"/>
            <ac:spMk id="6" creationId="{F0E0B0C2-31E4-DCD6-C539-7EC32F96D1DD}"/>
          </ac:spMkLst>
        </pc:spChg>
      </pc:sldChg>
      <pc:sldChg chg="new del">
        <pc:chgData name="Hamidreza BAHMANYAR" userId="42c6c04d-b323-4c43-a650-3e7c55de1ced" providerId="ADAL" clId="{8103F638-7864-422B-97BE-E3424C54BF73}" dt="2026-02-03T13:54:15.642" v="279" actId="2696"/>
        <pc:sldMkLst>
          <pc:docMk/>
          <pc:sldMk cId="2625468190" sldId="258"/>
        </pc:sldMkLst>
      </pc:sldChg>
      <pc:sldChg chg="addSp modSp new mod">
        <pc:chgData name="Hamidreza BAHMANYAR" userId="42c6c04d-b323-4c43-a650-3e7c55de1ced" providerId="ADAL" clId="{8103F638-7864-422B-97BE-E3424C54BF73}" dt="2026-02-03T16:23:06.875" v="1165" actId="1076"/>
        <pc:sldMkLst>
          <pc:docMk/>
          <pc:sldMk cId="1739284832" sldId="259"/>
        </pc:sldMkLst>
        <pc:spChg chg="add mod">
          <ac:chgData name="Hamidreza BAHMANYAR" userId="42c6c04d-b323-4c43-a650-3e7c55de1ced" providerId="ADAL" clId="{8103F638-7864-422B-97BE-E3424C54BF73}" dt="2026-02-03T16:22:53.119" v="1159" actId="20577"/>
          <ac:spMkLst>
            <pc:docMk/>
            <pc:sldMk cId="1739284832" sldId="259"/>
            <ac:spMk id="2" creationId="{A6791842-2A02-14A4-1C90-5B45D13FFBD9}"/>
          </ac:spMkLst>
        </pc:spChg>
        <pc:spChg chg="add">
          <ac:chgData name="Hamidreza BAHMANYAR" userId="42c6c04d-b323-4c43-a650-3e7c55de1ced" providerId="ADAL" clId="{8103F638-7864-422B-97BE-E3424C54BF73}" dt="2026-02-03T14:06:58.880" v="427"/>
          <ac:spMkLst>
            <pc:docMk/>
            <pc:sldMk cId="1739284832" sldId="259"/>
            <ac:spMk id="3" creationId="{FAF97BB2-0AA2-4FCE-A7B7-CB0C3C9DC5F5}"/>
          </ac:spMkLst>
        </pc:spChg>
        <pc:spChg chg="add">
          <ac:chgData name="Hamidreza BAHMANYAR" userId="42c6c04d-b323-4c43-a650-3e7c55de1ced" providerId="ADAL" clId="{8103F638-7864-422B-97BE-E3424C54BF73}" dt="2026-02-03T14:07:18.299" v="430"/>
          <ac:spMkLst>
            <pc:docMk/>
            <pc:sldMk cId="1739284832" sldId="259"/>
            <ac:spMk id="4" creationId="{BA32F77C-4859-7613-AD9F-F6D90AA187CD}"/>
          </ac:spMkLst>
        </pc:spChg>
        <pc:picChg chg="add mod">
          <ac:chgData name="Hamidreza BAHMANYAR" userId="42c6c04d-b323-4c43-a650-3e7c55de1ced" providerId="ADAL" clId="{8103F638-7864-422B-97BE-E3424C54BF73}" dt="2026-02-03T16:23:06.875" v="1165" actId="1076"/>
          <ac:picMkLst>
            <pc:docMk/>
            <pc:sldMk cId="1739284832" sldId="259"/>
            <ac:picMk id="6" creationId="{D4942958-9064-91BE-B56B-B90AE2B90F59}"/>
          </ac:picMkLst>
        </pc:picChg>
      </pc:sldChg>
      <pc:sldChg chg="addSp delSp modSp new mod">
        <pc:chgData name="Hamidreza BAHMANYAR" userId="42c6c04d-b323-4c43-a650-3e7c55de1ced" providerId="ADAL" clId="{8103F638-7864-422B-97BE-E3424C54BF73}" dt="2026-02-04T10:44:10.051" v="1895" actId="20577"/>
        <pc:sldMkLst>
          <pc:docMk/>
          <pc:sldMk cId="2081771833" sldId="260"/>
        </pc:sldMkLst>
        <pc:spChg chg="add del mod">
          <ac:chgData name="Hamidreza BAHMANYAR" userId="42c6c04d-b323-4c43-a650-3e7c55de1ced" providerId="ADAL" clId="{8103F638-7864-422B-97BE-E3424C54BF73}" dt="2026-02-04T10:43:43.825" v="1871" actId="478"/>
          <ac:spMkLst>
            <pc:docMk/>
            <pc:sldMk cId="2081771833" sldId="260"/>
            <ac:spMk id="2" creationId="{57B81F68-FB3C-D70A-7CE1-AD085C4B7D28}"/>
          </ac:spMkLst>
        </pc:spChg>
        <pc:spChg chg="add mod">
          <ac:chgData name="Hamidreza BAHMANYAR" userId="42c6c04d-b323-4c43-a650-3e7c55de1ced" providerId="ADAL" clId="{8103F638-7864-422B-97BE-E3424C54BF73}" dt="2026-02-04T10:44:10.051" v="1895" actId="20577"/>
          <ac:spMkLst>
            <pc:docMk/>
            <pc:sldMk cId="2081771833" sldId="260"/>
            <ac:spMk id="3" creationId="{B6138B5F-C9C1-8E10-6BAB-F74CE5D4BF5A}"/>
          </ac:spMkLst>
        </pc:spChg>
        <pc:spChg chg="add mod">
          <ac:chgData name="Hamidreza BAHMANYAR" userId="42c6c04d-b323-4c43-a650-3e7c55de1ced" providerId="ADAL" clId="{8103F638-7864-422B-97BE-E3424C54BF73}" dt="2026-02-04T10:43:07.642" v="1861"/>
          <ac:spMkLst>
            <pc:docMk/>
            <pc:sldMk cId="2081771833" sldId="260"/>
            <ac:spMk id="4" creationId="{C1709DEC-B799-B56D-E565-74AFC9E210F3}"/>
          </ac:spMkLst>
        </pc:spChg>
      </pc:sldChg>
      <pc:sldChg chg="addSp modSp new mod">
        <pc:chgData name="Hamidreza BAHMANYAR" userId="42c6c04d-b323-4c43-a650-3e7c55de1ced" providerId="ADAL" clId="{8103F638-7864-422B-97BE-E3424C54BF73}" dt="2026-02-03T15:43:06.260" v="870" actId="12"/>
        <pc:sldMkLst>
          <pc:docMk/>
          <pc:sldMk cId="1831082398" sldId="261"/>
        </pc:sldMkLst>
        <pc:spChg chg="add mod">
          <ac:chgData name="Hamidreza BAHMANYAR" userId="42c6c04d-b323-4c43-a650-3e7c55de1ced" providerId="ADAL" clId="{8103F638-7864-422B-97BE-E3424C54BF73}" dt="2026-02-03T15:43:06.260" v="870" actId="12"/>
          <ac:spMkLst>
            <pc:docMk/>
            <pc:sldMk cId="1831082398" sldId="261"/>
            <ac:spMk id="3" creationId="{632B541F-213E-46DD-887D-906B3D48ECAE}"/>
          </ac:spMkLst>
        </pc:spChg>
        <pc:graphicFrameChg chg="add mod modGraphic">
          <ac:chgData name="Hamidreza BAHMANYAR" userId="42c6c04d-b323-4c43-a650-3e7c55de1ced" providerId="ADAL" clId="{8103F638-7864-422B-97BE-E3424C54BF73}" dt="2026-02-03T14:48:45.944" v="714" actId="12100"/>
          <ac:graphicFrameMkLst>
            <pc:docMk/>
            <pc:sldMk cId="1831082398" sldId="261"/>
            <ac:graphicFrameMk id="6" creationId="{B7DB8206-46E0-E4CA-4139-B70A39A49E77}"/>
          </ac:graphicFrameMkLst>
        </pc:graphicFrameChg>
      </pc:sldChg>
      <pc:sldChg chg="addSp modSp new mod ord">
        <pc:chgData name="Hamidreza BAHMANYAR" userId="42c6c04d-b323-4c43-a650-3e7c55de1ced" providerId="ADAL" clId="{8103F638-7864-422B-97BE-E3424C54BF73}" dt="2026-02-03T15:48:06.639" v="880"/>
        <pc:sldMkLst>
          <pc:docMk/>
          <pc:sldMk cId="4122541591" sldId="262"/>
        </pc:sldMkLst>
        <pc:spChg chg="add mod">
          <ac:chgData name="Hamidreza BAHMANYAR" userId="42c6c04d-b323-4c43-a650-3e7c55de1ced" providerId="ADAL" clId="{8103F638-7864-422B-97BE-E3424C54BF73}" dt="2026-02-03T15:38:53.597" v="834" actId="20577"/>
          <ac:spMkLst>
            <pc:docMk/>
            <pc:sldMk cId="4122541591" sldId="262"/>
            <ac:spMk id="3" creationId="{233D0454-177D-31DE-6642-22220774EC52}"/>
          </ac:spMkLst>
        </pc:spChg>
        <pc:spChg chg="add mod">
          <ac:chgData name="Hamidreza BAHMANYAR" userId="42c6c04d-b323-4c43-a650-3e7c55de1ced" providerId="ADAL" clId="{8103F638-7864-422B-97BE-E3424C54BF73}" dt="2026-02-03T15:38:06.144" v="828" actId="1076"/>
          <ac:spMkLst>
            <pc:docMk/>
            <pc:sldMk cId="4122541591" sldId="262"/>
            <ac:spMk id="7" creationId="{5433C95A-06BB-E1A0-9299-0AE4F7C8C8F3}"/>
          </ac:spMkLst>
        </pc:spChg>
        <pc:picChg chg="add mod">
          <ac:chgData name="Hamidreza BAHMANYAR" userId="42c6c04d-b323-4c43-a650-3e7c55de1ced" providerId="ADAL" clId="{8103F638-7864-422B-97BE-E3424C54BF73}" dt="2026-02-03T15:38:11.836" v="829" actId="1076"/>
          <ac:picMkLst>
            <pc:docMk/>
            <pc:sldMk cId="4122541591" sldId="262"/>
            <ac:picMk id="5" creationId="{32A996ED-E65C-725A-B65C-4A5E78FC2E9D}"/>
          </ac:picMkLst>
        </pc:picChg>
      </pc:sldChg>
      <pc:sldChg chg="addSp modSp new mod ord">
        <pc:chgData name="Hamidreza BAHMANYAR" userId="42c6c04d-b323-4c43-a650-3e7c55de1ced" providerId="ADAL" clId="{8103F638-7864-422B-97BE-E3424C54BF73}" dt="2026-02-03T15:48:07.822" v="882"/>
        <pc:sldMkLst>
          <pc:docMk/>
          <pc:sldMk cId="27817662" sldId="263"/>
        </pc:sldMkLst>
        <pc:spChg chg="add mod">
          <ac:chgData name="Hamidreza BAHMANYAR" userId="42c6c04d-b323-4c43-a650-3e7c55de1ced" providerId="ADAL" clId="{8103F638-7864-422B-97BE-E3424C54BF73}" dt="2026-02-03T15:41:57.241" v="863" actId="1076"/>
          <ac:spMkLst>
            <pc:docMk/>
            <pc:sldMk cId="27817662" sldId="263"/>
            <ac:spMk id="3" creationId="{0EA06CCA-DCFC-70A1-4365-166EB86F9C48}"/>
          </ac:spMkLst>
        </pc:spChg>
        <pc:spChg chg="add mod">
          <ac:chgData name="Hamidreza BAHMANYAR" userId="42c6c04d-b323-4c43-a650-3e7c55de1ced" providerId="ADAL" clId="{8103F638-7864-422B-97BE-E3424C54BF73}" dt="2026-02-03T15:42:02.399" v="865" actId="1076"/>
          <ac:spMkLst>
            <pc:docMk/>
            <pc:sldMk cId="27817662" sldId="263"/>
            <ac:spMk id="5" creationId="{1CFEB04E-0072-EE93-A5C3-72FFADE96072}"/>
          </ac:spMkLst>
        </pc:spChg>
        <pc:picChg chg="add mod">
          <ac:chgData name="Hamidreza BAHMANYAR" userId="42c6c04d-b323-4c43-a650-3e7c55de1ced" providerId="ADAL" clId="{8103F638-7864-422B-97BE-E3424C54BF73}" dt="2026-02-03T15:41:48.525" v="862" actId="1076"/>
          <ac:picMkLst>
            <pc:docMk/>
            <pc:sldMk cId="27817662" sldId="263"/>
            <ac:picMk id="7" creationId="{0DC1E81A-E9EA-71E3-6CA9-EDB2711953D7}"/>
          </ac:picMkLst>
        </pc:picChg>
      </pc:sldChg>
      <pc:sldChg chg="addSp modSp new mod">
        <pc:chgData name="Hamidreza BAHMANYAR" userId="42c6c04d-b323-4c43-a650-3e7c55de1ced" providerId="ADAL" clId="{8103F638-7864-422B-97BE-E3424C54BF73}" dt="2026-02-03T16:12:34.710" v="1132" actId="20577"/>
        <pc:sldMkLst>
          <pc:docMk/>
          <pc:sldMk cId="592179175" sldId="264"/>
        </pc:sldMkLst>
        <pc:spChg chg="add mod">
          <ac:chgData name="Hamidreza BAHMANYAR" userId="42c6c04d-b323-4c43-a650-3e7c55de1ced" providerId="ADAL" clId="{8103F638-7864-422B-97BE-E3424C54BF73}" dt="2026-02-03T16:12:34.710" v="1132" actId="20577"/>
          <ac:spMkLst>
            <pc:docMk/>
            <pc:sldMk cId="592179175" sldId="264"/>
            <ac:spMk id="3" creationId="{1B0C26B5-57F9-44BC-F0E7-15BFD053E771}"/>
          </ac:spMkLst>
        </pc:spChg>
      </pc:sldChg>
      <pc:sldChg chg="addSp modSp new mod">
        <pc:chgData name="Hamidreza BAHMANYAR" userId="42c6c04d-b323-4c43-a650-3e7c55de1ced" providerId="ADAL" clId="{8103F638-7864-422B-97BE-E3424C54BF73}" dt="2026-02-04T10:23:03.616" v="1709"/>
        <pc:sldMkLst>
          <pc:docMk/>
          <pc:sldMk cId="3847185673" sldId="265"/>
        </pc:sldMkLst>
        <pc:spChg chg="add mod">
          <ac:chgData name="Hamidreza BAHMANYAR" userId="42c6c04d-b323-4c43-a650-3e7c55de1ced" providerId="ADAL" clId="{8103F638-7864-422B-97BE-E3424C54BF73}" dt="2026-02-04T10:23:03.616" v="1709"/>
          <ac:spMkLst>
            <pc:docMk/>
            <pc:sldMk cId="3847185673" sldId="265"/>
            <ac:spMk id="3" creationId="{95153083-9BA1-DC57-A3A6-BA8C6CC0E5D3}"/>
          </ac:spMkLst>
        </pc:spChg>
        <pc:picChg chg="add mod">
          <ac:chgData name="Hamidreza BAHMANYAR" userId="42c6c04d-b323-4c43-a650-3e7c55de1ced" providerId="ADAL" clId="{8103F638-7864-422B-97BE-E3424C54BF73}" dt="2026-02-03T16:09:38.320" v="1084" actId="1076"/>
          <ac:picMkLst>
            <pc:docMk/>
            <pc:sldMk cId="3847185673" sldId="265"/>
            <ac:picMk id="5" creationId="{42A04DF6-DBDD-B0F3-B311-00FD156AB805}"/>
          </ac:picMkLst>
        </pc:picChg>
      </pc:sldChg>
      <pc:sldChg chg="addSp modSp new mod">
        <pc:chgData name="Hamidreza BAHMANYAR" userId="42c6c04d-b323-4c43-a650-3e7c55de1ced" providerId="ADAL" clId="{8103F638-7864-422B-97BE-E3424C54BF73}" dt="2026-02-03T16:12:40.713" v="1133" actId="1076"/>
        <pc:sldMkLst>
          <pc:docMk/>
          <pc:sldMk cId="3988658186" sldId="266"/>
        </pc:sldMkLst>
        <pc:spChg chg="add mod">
          <ac:chgData name="Hamidreza BAHMANYAR" userId="42c6c04d-b323-4c43-a650-3e7c55de1ced" providerId="ADAL" clId="{8103F638-7864-422B-97BE-E3424C54BF73}" dt="2026-02-03T16:12:40.713" v="1133" actId="1076"/>
          <ac:spMkLst>
            <pc:docMk/>
            <pc:sldMk cId="3988658186" sldId="266"/>
            <ac:spMk id="3" creationId="{AEC87559-88D9-D5E1-09BA-394C2F523CE6}"/>
          </ac:spMkLst>
        </pc:spChg>
      </pc:sldChg>
      <pc:sldChg chg="addSp delSp modSp new mod">
        <pc:chgData name="Hamidreza BAHMANYAR" userId="42c6c04d-b323-4c43-a650-3e7c55de1ced" providerId="ADAL" clId="{8103F638-7864-422B-97BE-E3424C54BF73}" dt="2026-02-04T10:32:55.840" v="1753" actId="20577"/>
        <pc:sldMkLst>
          <pc:docMk/>
          <pc:sldMk cId="2474332081" sldId="267"/>
        </pc:sldMkLst>
        <pc:spChg chg="add mod">
          <ac:chgData name="Hamidreza BAHMANYAR" userId="42c6c04d-b323-4c43-a650-3e7c55de1ced" providerId="ADAL" clId="{8103F638-7864-422B-97BE-E3424C54BF73}" dt="2026-02-04T10:32:55.840" v="1753" actId="20577"/>
          <ac:spMkLst>
            <pc:docMk/>
            <pc:sldMk cId="2474332081" sldId="267"/>
            <ac:spMk id="3" creationId="{FC7B2AA5-071F-A1E4-3280-24FA7434731D}"/>
          </ac:spMkLst>
        </pc:spChg>
        <pc:picChg chg="add del mod">
          <ac:chgData name="Hamidreza BAHMANYAR" userId="42c6c04d-b323-4c43-a650-3e7c55de1ced" providerId="ADAL" clId="{8103F638-7864-422B-97BE-E3424C54BF73}" dt="2026-02-03T16:15:19.858" v="1143" actId="478"/>
          <ac:picMkLst>
            <pc:docMk/>
            <pc:sldMk cId="2474332081" sldId="267"/>
            <ac:picMk id="5" creationId="{7CC5DFD4-2917-427F-D2B3-C9C8EF49FBE8}"/>
          </ac:picMkLst>
        </pc:picChg>
        <pc:picChg chg="add mod">
          <ac:chgData name="Hamidreza BAHMANYAR" userId="42c6c04d-b323-4c43-a650-3e7c55de1ced" providerId="ADAL" clId="{8103F638-7864-422B-97BE-E3424C54BF73}" dt="2026-02-03T16:16:50.910" v="1154" actId="1076"/>
          <ac:picMkLst>
            <pc:docMk/>
            <pc:sldMk cId="2474332081" sldId="267"/>
            <ac:picMk id="7" creationId="{680B793F-4175-CE48-DC24-B114A40226F7}"/>
          </ac:picMkLst>
        </pc:picChg>
      </pc:sldChg>
      <pc:sldChg chg="addSp modSp new mod">
        <pc:chgData name="Hamidreza BAHMANYAR" userId="42c6c04d-b323-4c43-a650-3e7c55de1ced" providerId="ADAL" clId="{8103F638-7864-422B-97BE-E3424C54BF73}" dt="2026-02-04T10:20:07.488" v="1706"/>
        <pc:sldMkLst>
          <pc:docMk/>
          <pc:sldMk cId="1104077406" sldId="268"/>
        </pc:sldMkLst>
        <pc:spChg chg="add mod">
          <ac:chgData name="Hamidreza BAHMANYAR" userId="42c6c04d-b323-4c43-a650-3e7c55de1ced" providerId="ADAL" clId="{8103F638-7864-422B-97BE-E3424C54BF73}" dt="2026-02-04T10:20:07.488" v="1706"/>
          <ac:spMkLst>
            <pc:docMk/>
            <pc:sldMk cId="1104077406" sldId="268"/>
            <ac:spMk id="5" creationId="{053362B7-F1AC-F0F2-580D-553719C87EED}"/>
          </ac:spMkLst>
        </pc:spChg>
        <pc:picChg chg="add mod">
          <ac:chgData name="Hamidreza BAHMANYAR" userId="42c6c04d-b323-4c43-a650-3e7c55de1ced" providerId="ADAL" clId="{8103F638-7864-422B-97BE-E3424C54BF73}" dt="2026-02-03T16:06:03.747" v="1068" actId="1076"/>
          <ac:picMkLst>
            <pc:docMk/>
            <pc:sldMk cId="1104077406" sldId="268"/>
            <ac:picMk id="3" creationId="{A298CD64-EDE6-1F7F-B194-4C94CFB38B66}"/>
          </ac:picMkLst>
        </pc:picChg>
      </pc:sldChg>
      <pc:sldChg chg="addSp modSp new del mod">
        <pc:chgData name="Hamidreza BAHMANYAR" userId="42c6c04d-b323-4c43-a650-3e7c55de1ced" providerId="ADAL" clId="{8103F638-7864-422B-97BE-E3424C54BF73}" dt="2026-02-04T09:12:19.969" v="1322" actId="47"/>
        <pc:sldMkLst>
          <pc:docMk/>
          <pc:sldMk cId="1256487544" sldId="269"/>
        </pc:sldMkLst>
        <pc:spChg chg="add mod">
          <ac:chgData name="Hamidreza BAHMANYAR" userId="42c6c04d-b323-4c43-a650-3e7c55de1ced" providerId="ADAL" clId="{8103F638-7864-422B-97BE-E3424C54BF73}" dt="2026-02-03T16:32:08.854" v="1269" actId="20577"/>
          <ac:spMkLst>
            <pc:docMk/>
            <pc:sldMk cId="1256487544" sldId="269"/>
            <ac:spMk id="2" creationId="{FA96E9F8-0773-C584-AE75-66805ED605C5}"/>
          </ac:spMkLst>
        </pc:spChg>
        <pc:spChg chg="add">
          <ac:chgData name="Hamidreza BAHMANYAR" userId="42c6c04d-b323-4c43-a650-3e7c55de1ced" providerId="ADAL" clId="{8103F638-7864-422B-97BE-E3424C54BF73}" dt="2026-02-03T16:29:03.811" v="1211"/>
          <ac:spMkLst>
            <pc:docMk/>
            <pc:sldMk cId="1256487544" sldId="269"/>
            <ac:spMk id="3" creationId="{190138FC-7BA4-0588-0220-37D1FFDA9FF0}"/>
          </ac:spMkLst>
        </pc:spChg>
        <pc:spChg chg="add mod">
          <ac:chgData name="Hamidreza BAHMANYAR" userId="42c6c04d-b323-4c43-a650-3e7c55de1ced" providerId="ADAL" clId="{8103F638-7864-422B-97BE-E3424C54BF73}" dt="2026-02-03T16:29:30.504" v="1214" actId="1076"/>
          <ac:spMkLst>
            <pc:docMk/>
            <pc:sldMk cId="1256487544" sldId="269"/>
            <ac:spMk id="4" creationId="{C4E88AC9-2117-7C4E-B873-F2A2971233B7}"/>
          </ac:spMkLst>
        </pc:spChg>
      </pc:sldChg>
      <pc:sldChg chg="addSp delSp modSp new mod">
        <pc:chgData name="Hamidreza BAHMANYAR" userId="42c6c04d-b323-4c43-a650-3e7c55de1ced" providerId="ADAL" clId="{8103F638-7864-422B-97BE-E3424C54BF73}" dt="2026-02-04T09:12:12.336" v="1321" actId="1076"/>
        <pc:sldMkLst>
          <pc:docMk/>
          <pc:sldMk cId="1791242937" sldId="270"/>
        </pc:sldMkLst>
        <pc:spChg chg="del">
          <ac:chgData name="Hamidreza BAHMANYAR" userId="42c6c04d-b323-4c43-a650-3e7c55de1ced" providerId="ADAL" clId="{8103F638-7864-422B-97BE-E3424C54BF73}" dt="2026-02-04T09:08:37.215" v="1271" actId="21"/>
          <ac:spMkLst>
            <pc:docMk/>
            <pc:sldMk cId="1791242937" sldId="270"/>
            <ac:spMk id="2" creationId="{54E719DC-3BC3-A883-4FB3-41E181525F6C}"/>
          </ac:spMkLst>
        </pc:spChg>
        <pc:spChg chg="del">
          <ac:chgData name="Hamidreza BAHMANYAR" userId="42c6c04d-b323-4c43-a650-3e7c55de1ced" providerId="ADAL" clId="{8103F638-7864-422B-97BE-E3424C54BF73}" dt="2026-02-04T09:08:41.721" v="1272" actId="21"/>
          <ac:spMkLst>
            <pc:docMk/>
            <pc:sldMk cId="1791242937" sldId="270"/>
            <ac:spMk id="3" creationId="{1D2053E0-A1D6-66F9-0422-72BA8CDCBB63}"/>
          </ac:spMkLst>
        </pc:spChg>
        <pc:spChg chg="add mod">
          <ac:chgData name="Hamidreza BAHMANYAR" userId="42c6c04d-b323-4c43-a650-3e7c55de1ced" providerId="ADAL" clId="{8103F638-7864-422B-97BE-E3424C54BF73}" dt="2026-02-04T09:11:08.547" v="1300" actId="1076"/>
          <ac:spMkLst>
            <pc:docMk/>
            <pc:sldMk cId="1791242937" sldId="270"/>
            <ac:spMk id="4" creationId="{170846B2-6C97-A972-093C-FE06DD6520FA}"/>
          </ac:spMkLst>
        </pc:spChg>
        <pc:spChg chg="add mod">
          <ac:chgData name="Hamidreza BAHMANYAR" userId="42c6c04d-b323-4c43-a650-3e7c55de1ced" providerId="ADAL" clId="{8103F638-7864-422B-97BE-E3424C54BF73}" dt="2026-02-04T09:12:12.336" v="1321" actId="1076"/>
          <ac:spMkLst>
            <pc:docMk/>
            <pc:sldMk cId="1791242937" sldId="270"/>
            <ac:spMk id="5" creationId="{2C88336E-F347-17AF-2950-1F28C2AB740D}"/>
          </ac:spMkLst>
        </pc:spChg>
      </pc:sldChg>
      <pc:sldChg chg="addSp delSp modSp new del mod modClrScheme chgLayout">
        <pc:chgData name="Hamidreza BAHMANYAR" userId="42c6c04d-b323-4c43-a650-3e7c55de1ced" providerId="ADAL" clId="{8103F638-7864-422B-97BE-E3424C54BF73}" dt="2026-02-04T09:28:45.152" v="1435" actId="47"/>
        <pc:sldMkLst>
          <pc:docMk/>
          <pc:sldMk cId="1110586725" sldId="271"/>
        </pc:sldMkLst>
        <pc:spChg chg="del">
          <ac:chgData name="Hamidreza BAHMANYAR" userId="42c6c04d-b323-4c43-a650-3e7c55de1ced" providerId="ADAL" clId="{8103F638-7864-422B-97BE-E3424C54BF73}" dt="2026-02-04T09:21:26.356" v="1372" actId="700"/>
          <ac:spMkLst>
            <pc:docMk/>
            <pc:sldMk cId="1110586725" sldId="271"/>
            <ac:spMk id="2" creationId="{D169DD57-22BE-EE04-5246-0F2A3E8B31C2}"/>
          </ac:spMkLst>
        </pc:spChg>
        <pc:spChg chg="del">
          <ac:chgData name="Hamidreza BAHMANYAR" userId="42c6c04d-b323-4c43-a650-3e7c55de1ced" providerId="ADAL" clId="{8103F638-7864-422B-97BE-E3424C54BF73}" dt="2026-02-04T09:21:26.356" v="1372" actId="700"/>
          <ac:spMkLst>
            <pc:docMk/>
            <pc:sldMk cId="1110586725" sldId="271"/>
            <ac:spMk id="3" creationId="{CC188751-2D88-2BB5-2CFE-B9310A398BF8}"/>
          </ac:spMkLst>
        </pc:spChg>
        <pc:spChg chg="add mod">
          <ac:chgData name="Hamidreza BAHMANYAR" userId="42c6c04d-b323-4c43-a650-3e7c55de1ced" providerId="ADAL" clId="{8103F638-7864-422B-97BE-E3424C54BF73}" dt="2026-02-04T09:28:42.977" v="1434" actId="20577"/>
          <ac:spMkLst>
            <pc:docMk/>
            <pc:sldMk cId="1110586725" sldId="271"/>
            <ac:spMk id="5" creationId="{996A2204-E73D-74E9-0347-C9919F9EB912}"/>
          </ac:spMkLst>
        </pc:spChg>
        <pc:spChg chg="add">
          <ac:chgData name="Hamidreza BAHMANYAR" userId="42c6c04d-b323-4c43-a650-3e7c55de1ced" providerId="ADAL" clId="{8103F638-7864-422B-97BE-E3424C54BF73}" dt="2026-02-04T09:22:12.287" v="1384"/>
          <ac:spMkLst>
            <pc:docMk/>
            <pc:sldMk cId="1110586725" sldId="271"/>
            <ac:spMk id="6" creationId="{89E02C75-7127-6D45-6AC3-57A739FECD3B}"/>
          </ac:spMkLst>
        </pc:spChg>
      </pc:sldChg>
      <pc:sldChg chg="addSp modSp new mod">
        <pc:chgData name="Hamidreza BAHMANYAR" userId="42c6c04d-b323-4c43-a650-3e7c55de1ced" providerId="ADAL" clId="{8103F638-7864-422B-97BE-E3424C54BF73}" dt="2026-02-04T10:23:20.033" v="1710"/>
        <pc:sldMkLst>
          <pc:docMk/>
          <pc:sldMk cId="2612705694" sldId="271"/>
        </pc:sldMkLst>
        <pc:spChg chg="add mod">
          <ac:chgData name="Hamidreza BAHMANYAR" userId="42c6c04d-b323-4c43-a650-3e7c55de1ced" providerId="ADAL" clId="{8103F638-7864-422B-97BE-E3424C54BF73}" dt="2026-02-04T09:45:48.469" v="1563" actId="20577"/>
          <ac:spMkLst>
            <pc:docMk/>
            <pc:sldMk cId="2612705694" sldId="271"/>
            <ac:spMk id="3" creationId="{F8A206F4-6A6B-329E-4A4A-802A2352A6D4}"/>
          </ac:spMkLst>
        </pc:spChg>
        <pc:spChg chg="add mod">
          <ac:chgData name="Hamidreza BAHMANYAR" userId="42c6c04d-b323-4c43-a650-3e7c55de1ced" providerId="ADAL" clId="{8103F638-7864-422B-97BE-E3424C54BF73}" dt="2026-02-04T10:23:20.033" v="1710"/>
          <ac:spMkLst>
            <pc:docMk/>
            <pc:sldMk cId="2612705694" sldId="271"/>
            <ac:spMk id="11" creationId="{CE4AF6C3-0EDF-E2B3-736E-F66E632B6D3F}"/>
          </ac:spMkLst>
        </pc:spChg>
        <pc:picChg chg="add mod">
          <ac:chgData name="Hamidreza BAHMANYAR" userId="42c6c04d-b323-4c43-a650-3e7c55de1ced" providerId="ADAL" clId="{8103F638-7864-422B-97BE-E3424C54BF73}" dt="2026-02-04T09:42:31.104" v="1543" actId="1076"/>
          <ac:picMkLst>
            <pc:docMk/>
            <pc:sldMk cId="2612705694" sldId="271"/>
            <ac:picMk id="5" creationId="{1140BE72-8007-553F-0307-03FFDF0B1481}"/>
          </ac:picMkLst>
        </pc:picChg>
        <pc:picChg chg="add mod">
          <ac:chgData name="Hamidreza BAHMANYAR" userId="42c6c04d-b323-4c43-a650-3e7c55de1ced" providerId="ADAL" clId="{8103F638-7864-422B-97BE-E3424C54BF73}" dt="2026-02-04T09:48:47.888" v="1584" actId="1076"/>
          <ac:picMkLst>
            <pc:docMk/>
            <pc:sldMk cId="2612705694" sldId="271"/>
            <ac:picMk id="7" creationId="{968F1803-AF81-0826-1B86-79C6EEE97B90}"/>
          </ac:picMkLst>
        </pc:picChg>
        <pc:picChg chg="add mod">
          <ac:chgData name="Hamidreza BAHMANYAR" userId="42c6c04d-b323-4c43-a650-3e7c55de1ced" providerId="ADAL" clId="{8103F638-7864-422B-97BE-E3424C54BF73}" dt="2026-02-04T09:48:46.735" v="1583" actId="1076"/>
          <ac:picMkLst>
            <pc:docMk/>
            <pc:sldMk cId="2612705694" sldId="271"/>
            <ac:picMk id="9" creationId="{5A06022E-4A19-BAD5-F9AD-2E0F7228FC10}"/>
          </ac:picMkLst>
        </pc:picChg>
      </pc:sldChg>
      <pc:sldChg chg="addSp delSp modSp new mod">
        <pc:chgData name="Hamidreza BAHMANYAR" userId="42c6c04d-b323-4c43-a650-3e7c55de1ced" providerId="ADAL" clId="{8103F638-7864-422B-97BE-E3424C54BF73}" dt="2026-02-04T09:49:01.494" v="1586" actId="1076"/>
        <pc:sldMkLst>
          <pc:docMk/>
          <pc:sldMk cId="1334916140" sldId="272"/>
        </pc:sldMkLst>
        <pc:spChg chg="add mod">
          <ac:chgData name="Hamidreza BAHMANYAR" userId="42c6c04d-b323-4c43-a650-3e7c55de1ced" providerId="ADAL" clId="{8103F638-7864-422B-97BE-E3424C54BF73}" dt="2026-02-04T09:45:43.394" v="1561" actId="20577"/>
          <ac:spMkLst>
            <pc:docMk/>
            <pc:sldMk cId="1334916140" sldId="272"/>
            <ac:spMk id="3" creationId="{3AF158C0-E50D-2EE9-CA6F-662052E260F7}"/>
          </ac:spMkLst>
        </pc:spChg>
        <pc:spChg chg="add mod">
          <ac:chgData name="Hamidreza BAHMANYAR" userId="42c6c04d-b323-4c43-a650-3e7c55de1ced" providerId="ADAL" clId="{8103F638-7864-422B-97BE-E3424C54BF73}" dt="2026-02-04T09:48:41.064" v="1582" actId="1076"/>
          <ac:spMkLst>
            <pc:docMk/>
            <pc:sldMk cId="1334916140" sldId="272"/>
            <ac:spMk id="11" creationId="{469D1359-9E47-B568-E531-EB728C906DE8}"/>
          </ac:spMkLst>
        </pc:spChg>
        <pc:picChg chg="add del mod">
          <ac:chgData name="Hamidreza BAHMANYAR" userId="42c6c04d-b323-4c43-a650-3e7c55de1ced" providerId="ADAL" clId="{8103F638-7864-422B-97BE-E3424C54BF73}" dt="2026-02-04T09:48:26.672" v="1580" actId="478"/>
          <ac:picMkLst>
            <pc:docMk/>
            <pc:sldMk cId="1334916140" sldId="272"/>
            <ac:picMk id="5" creationId="{E3E4F4DC-F4A2-BBBE-0EB0-B24064D43F79}"/>
          </ac:picMkLst>
        </pc:picChg>
        <pc:picChg chg="add mod">
          <ac:chgData name="Hamidreza BAHMANYAR" userId="42c6c04d-b323-4c43-a650-3e7c55de1ced" providerId="ADAL" clId="{8103F638-7864-422B-97BE-E3424C54BF73}" dt="2026-02-04T09:48:37.536" v="1581" actId="1076"/>
          <ac:picMkLst>
            <pc:docMk/>
            <pc:sldMk cId="1334916140" sldId="272"/>
            <ac:picMk id="7" creationId="{39961BF5-055A-7D75-2648-F089C3D55416}"/>
          </ac:picMkLst>
        </pc:picChg>
        <pc:picChg chg="add mod">
          <ac:chgData name="Hamidreza BAHMANYAR" userId="42c6c04d-b323-4c43-a650-3e7c55de1ced" providerId="ADAL" clId="{8103F638-7864-422B-97BE-E3424C54BF73}" dt="2026-02-04T09:48:37.536" v="1581" actId="1076"/>
          <ac:picMkLst>
            <pc:docMk/>
            <pc:sldMk cId="1334916140" sldId="272"/>
            <ac:picMk id="9" creationId="{63AE0127-74A0-4C23-1560-975DAB92C37C}"/>
          </ac:picMkLst>
        </pc:picChg>
        <pc:picChg chg="add mod">
          <ac:chgData name="Hamidreza BAHMANYAR" userId="42c6c04d-b323-4c43-a650-3e7c55de1ced" providerId="ADAL" clId="{8103F638-7864-422B-97BE-E3424C54BF73}" dt="2026-02-04T09:49:01.494" v="1586" actId="1076"/>
          <ac:picMkLst>
            <pc:docMk/>
            <pc:sldMk cId="1334916140" sldId="272"/>
            <ac:picMk id="12" creationId="{F99E17C8-2541-C39F-E53D-258A19EDB2D0}"/>
          </ac:picMkLst>
        </pc:picChg>
        <pc:picChg chg="add del mod">
          <ac:chgData name="Hamidreza BAHMANYAR" userId="42c6c04d-b323-4c43-a650-3e7c55de1ced" providerId="ADAL" clId="{8103F638-7864-422B-97BE-E3424C54BF73}" dt="2026-02-04T09:48:16.451" v="1577" actId="478"/>
          <ac:picMkLst>
            <pc:docMk/>
            <pc:sldMk cId="1334916140" sldId="272"/>
            <ac:picMk id="13" creationId="{8A9D642D-B184-307B-E3B9-3B0777B2C5C7}"/>
          </ac:picMkLst>
        </pc:picChg>
      </pc:sldChg>
      <pc:sldChg chg="addSp modSp new mod">
        <pc:chgData name="Hamidreza BAHMANYAR" userId="42c6c04d-b323-4c43-a650-3e7c55de1ced" providerId="ADAL" clId="{8103F638-7864-422B-97BE-E3424C54BF73}" dt="2026-02-04T10:11:24.668" v="1690" actId="1076"/>
        <pc:sldMkLst>
          <pc:docMk/>
          <pc:sldMk cId="4286721625" sldId="273"/>
        </pc:sldMkLst>
        <pc:spChg chg="add mod">
          <ac:chgData name="Hamidreza BAHMANYAR" userId="42c6c04d-b323-4c43-a650-3e7c55de1ced" providerId="ADAL" clId="{8103F638-7864-422B-97BE-E3424C54BF73}" dt="2026-02-04T10:11:24.668" v="1690" actId="1076"/>
          <ac:spMkLst>
            <pc:docMk/>
            <pc:sldMk cId="4286721625" sldId="273"/>
            <ac:spMk id="9" creationId="{FC10DE6A-71DB-5CD7-BEF0-DCAA076FB6ED}"/>
          </ac:spMkLst>
        </pc:spChg>
        <pc:spChg chg="add mod">
          <ac:chgData name="Hamidreza BAHMANYAR" userId="42c6c04d-b323-4c43-a650-3e7c55de1ced" providerId="ADAL" clId="{8103F638-7864-422B-97BE-E3424C54BF73}" dt="2026-02-04T10:06:17.731" v="1683" actId="1076"/>
          <ac:spMkLst>
            <pc:docMk/>
            <pc:sldMk cId="4286721625" sldId="273"/>
            <ac:spMk id="11" creationId="{D18EBB42-DB58-7F6F-68B5-D956A05A93D4}"/>
          </ac:spMkLst>
        </pc:spChg>
        <pc:picChg chg="add mod">
          <ac:chgData name="Hamidreza BAHMANYAR" userId="42c6c04d-b323-4c43-a650-3e7c55de1ced" providerId="ADAL" clId="{8103F638-7864-422B-97BE-E3424C54BF73}" dt="2026-02-04T10:02:03.811" v="1613" actId="1076"/>
          <ac:picMkLst>
            <pc:docMk/>
            <pc:sldMk cId="4286721625" sldId="273"/>
            <ac:picMk id="3" creationId="{889EB2C9-0672-3F18-9EF1-6E90B1120335}"/>
          </ac:picMkLst>
        </pc:picChg>
        <pc:picChg chg="add mod">
          <ac:chgData name="Hamidreza BAHMANYAR" userId="42c6c04d-b323-4c43-a650-3e7c55de1ced" providerId="ADAL" clId="{8103F638-7864-422B-97BE-E3424C54BF73}" dt="2026-02-04T10:02:03.811" v="1613" actId="1076"/>
          <ac:picMkLst>
            <pc:docMk/>
            <pc:sldMk cId="4286721625" sldId="273"/>
            <ac:picMk id="5" creationId="{5E377B9C-EF98-E485-5BB8-315D65266778}"/>
          </ac:picMkLst>
        </pc:picChg>
        <pc:picChg chg="add mod">
          <ac:chgData name="Hamidreza BAHMANYAR" userId="42c6c04d-b323-4c43-a650-3e7c55de1ced" providerId="ADAL" clId="{8103F638-7864-422B-97BE-E3424C54BF73}" dt="2026-02-04T10:02:03.811" v="1613" actId="1076"/>
          <ac:picMkLst>
            <pc:docMk/>
            <pc:sldMk cId="4286721625" sldId="273"/>
            <ac:picMk id="7" creationId="{1F0F2A6B-C5FE-01AF-A0D5-543B345E6843}"/>
          </ac:picMkLst>
        </pc:picChg>
      </pc:sldChg>
      <pc:sldChg chg="addSp modSp new mod">
        <pc:chgData name="Hamidreza BAHMANYAR" userId="42c6c04d-b323-4c43-a650-3e7c55de1ced" providerId="ADAL" clId="{8103F638-7864-422B-97BE-E3424C54BF73}" dt="2026-02-04T10:20:46.942" v="1708" actId="1076"/>
        <pc:sldMkLst>
          <pc:docMk/>
          <pc:sldMk cId="490740957" sldId="274"/>
        </pc:sldMkLst>
        <pc:spChg chg="add mod">
          <ac:chgData name="Hamidreza BAHMANYAR" userId="42c6c04d-b323-4c43-a650-3e7c55de1ced" providerId="ADAL" clId="{8103F638-7864-422B-97BE-E3424C54BF73}" dt="2026-02-04T10:15:07.211" v="1701" actId="1076"/>
          <ac:spMkLst>
            <pc:docMk/>
            <pc:sldMk cId="490740957" sldId="274"/>
            <ac:spMk id="9" creationId="{6B3084A4-E859-E423-7853-1B7A9E54AD4F}"/>
          </ac:spMkLst>
        </pc:spChg>
        <pc:spChg chg="add mod">
          <ac:chgData name="Hamidreza BAHMANYAR" userId="42c6c04d-b323-4c43-a650-3e7c55de1ced" providerId="ADAL" clId="{8103F638-7864-422B-97BE-E3424C54BF73}" dt="2026-02-04T10:20:46.942" v="1708" actId="1076"/>
          <ac:spMkLst>
            <pc:docMk/>
            <pc:sldMk cId="490740957" sldId="274"/>
            <ac:spMk id="11" creationId="{4770C2DC-24D9-3818-AD33-043A348D0C1E}"/>
          </ac:spMkLst>
        </pc:spChg>
        <pc:picChg chg="add mod">
          <ac:chgData name="Hamidreza BAHMANYAR" userId="42c6c04d-b323-4c43-a650-3e7c55de1ced" providerId="ADAL" clId="{8103F638-7864-422B-97BE-E3424C54BF73}" dt="2026-02-04T10:03:19.420" v="1635" actId="1076"/>
          <ac:picMkLst>
            <pc:docMk/>
            <pc:sldMk cId="490740957" sldId="274"/>
            <ac:picMk id="3" creationId="{E273F8DB-D6AD-2C96-69FB-C3E8C37D53FB}"/>
          </ac:picMkLst>
        </pc:picChg>
        <pc:picChg chg="add mod">
          <ac:chgData name="Hamidreza BAHMANYAR" userId="42c6c04d-b323-4c43-a650-3e7c55de1ced" providerId="ADAL" clId="{8103F638-7864-422B-97BE-E3424C54BF73}" dt="2026-02-04T10:03:19.420" v="1635" actId="1076"/>
          <ac:picMkLst>
            <pc:docMk/>
            <pc:sldMk cId="490740957" sldId="274"/>
            <ac:picMk id="5" creationId="{FD35DB6F-D832-AB66-78BC-A611AB9DA975}"/>
          </ac:picMkLst>
        </pc:picChg>
        <pc:picChg chg="add mod">
          <ac:chgData name="Hamidreza BAHMANYAR" userId="42c6c04d-b323-4c43-a650-3e7c55de1ced" providerId="ADAL" clId="{8103F638-7864-422B-97BE-E3424C54BF73}" dt="2026-02-04T10:03:19.420" v="1635" actId="1076"/>
          <ac:picMkLst>
            <pc:docMk/>
            <pc:sldMk cId="490740957" sldId="274"/>
            <ac:picMk id="7" creationId="{322E356C-7373-75A0-79C0-17431F622D74}"/>
          </ac:picMkLst>
        </pc:picChg>
      </pc:sldChg>
      <pc:sldMasterChg chg="addSp">
        <pc:chgData name="Hamidreza BAHMANYAR" userId="42c6c04d-b323-4c43-a650-3e7c55de1ced" providerId="ADAL" clId="{8103F638-7864-422B-97BE-E3424C54BF73}" dt="2026-02-03T11:58:05.358" v="162"/>
        <pc:sldMasterMkLst>
          <pc:docMk/>
          <pc:sldMasterMk cId="3823624183" sldId="2147483660"/>
        </pc:sldMasterMkLst>
        <pc:spChg chg="add">
          <ac:chgData name="Hamidreza BAHMANYAR" userId="42c6c04d-b323-4c43-a650-3e7c55de1ced" providerId="ADAL" clId="{8103F638-7864-422B-97BE-E3424C54BF73}" dt="2026-02-03T11:58:05.358" v="162"/>
          <ac:spMkLst>
            <pc:docMk/>
            <pc:sldMasterMk cId="3823624183" sldId="2147483660"/>
            <ac:spMk id="7" creationId="{EAFF2C19-3992-1CC4-4984-44C75556245E}"/>
          </ac:spMkLst>
        </pc:sp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9EA7B7-E20F-4940-AC9E-063989D0192B}" type="doc">
      <dgm:prSet loTypeId="urn:microsoft.com/office/officeart/2005/8/layout/process1" loCatId="process" qsTypeId="urn:microsoft.com/office/officeart/2005/8/quickstyle/3d1" qsCatId="3D" csTypeId="urn:microsoft.com/office/officeart/2005/8/colors/accent3_3" csCatId="accent3" phldr="1"/>
      <dgm:spPr/>
      <dgm:t>
        <a:bodyPr/>
        <a:lstStyle/>
        <a:p>
          <a:endParaRPr lang="it-IT"/>
        </a:p>
      </dgm:t>
    </dgm:pt>
    <dgm:pt modelId="{A3B594C8-4D69-4AB4-A54A-CB4775B008A1}">
      <dgm:prSet phldrT="[Testo]" phldr="0"/>
      <dgm:spPr/>
      <dgm:t>
        <a:bodyPr/>
        <a:lstStyle/>
        <a:p>
          <a:r>
            <a:rPr lang="it-IT" dirty="0" err="1"/>
            <a:t>Raw</a:t>
          </a:r>
          <a:r>
            <a:rPr lang="it-IT" dirty="0"/>
            <a:t> CSV</a:t>
          </a:r>
        </a:p>
      </dgm:t>
    </dgm:pt>
    <dgm:pt modelId="{14B629B7-7B29-4E8F-BD43-736466B868C5}" type="parTrans" cxnId="{9FE1F03C-53BD-4013-AFC2-C179256AB90A}">
      <dgm:prSet/>
      <dgm:spPr/>
      <dgm:t>
        <a:bodyPr/>
        <a:lstStyle/>
        <a:p>
          <a:endParaRPr lang="it-IT"/>
        </a:p>
      </dgm:t>
    </dgm:pt>
    <dgm:pt modelId="{7D9186DD-DDA6-4DA1-A02E-C839CE00A9FA}" type="sibTrans" cxnId="{9FE1F03C-53BD-4013-AFC2-C179256AB90A}">
      <dgm:prSet/>
      <dgm:spPr/>
      <dgm:t>
        <a:bodyPr/>
        <a:lstStyle/>
        <a:p>
          <a:endParaRPr lang="it-IT"/>
        </a:p>
      </dgm:t>
    </dgm:pt>
    <dgm:pt modelId="{CA4923C3-E240-446B-B185-BC6F44EA0B59}">
      <dgm:prSet phldrT="[Testo]" phldr="0"/>
      <dgm:spPr/>
      <dgm:t>
        <a:bodyPr/>
        <a:lstStyle/>
        <a:p>
          <a:r>
            <a:rPr lang="it-IT" dirty="0" err="1"/>
            <a:t>Clean</a:t>
          </a:r>
          <a:endParaRPr lang="it-IT" dirty="0"/>
        </a:p>
      </dgm:t>
    </dgm:pt>
    <dgm:pt modelId="{9FB6D02A-A09B-4085-B757-783CCDB26F0F}" type="parTrans" cxnId="{D0E7E3D7-9A9B-4F0D-B7B9-F560D1255369}">
      <dgm:prSet/>
      <dgm:spPr/>
      <dgm:t>
        <a:bodyPr/>
        <a:lstStyle/>
        <a:p>
          <a:endParaRPr lang="it-IT"/>
        </a:p>
      </dgm:t>
    </dgm:pt>
    <dgm:pt modelId="{4DF58FA4-E0BE-48A7-B584-ED1F0E9758AF}" type="sibTrans" cxnId="{D0E7E3D7-9A9B-4F0D-B7B9-F560D1255369}">
      <dgm:prSet/>
      <dgm:spPr/>
      <dgm:t>
        <a:bodyPr/>
        <a:lstStyle/>
        <a:p>
          <a:endParaRPr lang="it-IT"/>
        </a:p>
      </dgm:t>
    </dgm:pt>
    <dgm:pt modelId="{43B83C50-B3C1-41DA-8F4C-6EEE7E876FD3}">
      <dgm:prSet phldrT="[Testo]" phldr="0"/>
      <dgm:spPr/>
      <dgm:t>
        <a:bodyPr/>
        <a:lstStyle/>
        <a:p>
          <a:r>
            <a:rPr lang="it-IT" dirty="0" err="1"/>
            <a:t>Encode</a:t>
          </a:r>
          <a:endParaRPr lang="it-IT" dirty="0"/>
        </a:p>
      </dgm:t>
    </dgm:pt>
    <dgm:pt modelId="{25034326-8D4C-4182-84C4-7EC2AED8F45C}" type="parTrans" cxnId="{B232B7E5-FC6D-483A-98FD-ED126B4749DB}">
      <dgm:prSet/>
      <dgm:spPr/>
      <dgm:t>
        <a:bodyPr/>
        <a:lstStyle/>
        <a:p>
          <a:endParaRPr lang="it-IT"/>
        </a:p>
      </dgm:t>
    </dgm:pt>
    <dgm:pt modelId="{CB2F82B1-6AD2-4442-822A-BD7C1BEED23A}" type="sibTrans" cxnId="{B232B7E5-FC6D-483A-98FD-ED126B4749DB}">
      <dgm:prSet/>
      <dgm:spPr/>
      <dgm:t>
        <a:bodyPr/>
        <a:lstStyle/>
        <a:p>
          <a:endParaRPr lang="it-IT"/>
        </a:p>
      </dgm:t>
    </dgm:pt>
    <dgm:pt modelId="{FBA08AFF-01D0-4959-BF75-923F8AD8AC91}">
      <dgm:prSet/>
      <dgm:spPr/>
      <dgm:t>
        <a:bodyPr/>
        <a:lstStyle/>
        <a:p>
          <a:r>
            <a:rPr lang="it-IT" dirty="0"/>
            <a:t>Train/Split</a:t>
          </a:r>
        </a:p>
      </dgm:t>
    </dgm:pt>
    <dgm:pt modelId="{E3C79D26-6BF3-4979-98D0-6A969519EA9C}" type="parTrans" cxnId="{4917779C-9924-4CDE-BD32-DD36F2BB4571}">
      <dgm:prSet/>
      <dgm:spPr/>
      <dgm:t>
        <a:bodyPr/>
        <a:lstStyle/>
        <a:p>
          <a:endParaRPr lang="it-IT"/>
        </a:p>
      </dgm:t>
    </dgm:pt>
    <dgm:pt modelId="{E87DF3D8-ADBF-47FE-B115-97C4D9CE9399}" type="sibTrans" cxnId="{4917779C-9924-4CDE-BD32-DD36F2BB4571}">
      <dgm:prSet/>
      <dgm:spPr/>
      <dgm:t>
        <a:bodyPr/>
        <a:lstStyle/>
        <a:p>
          <a:endParaRPr lang="it-IT"/>
        </a:p>
      </dgm:t>
    </dgm:pt>
    <dgm:pt modelId="{E298717C-9614-421A-9505-68A2FA9267E2}">
      <dgm:prSet phldrT="[Testo]" phldr="0"/>
      <dgm:spPr/>
      <dgm:t>
        <a:bodyPr/>
        <a:lstStyle/>
        <a:p>
          <a:r>
            <a:rPr lang="it-IT"/>
            <a:t>Assemble</a:t>
          </a:r>
          <a:endParaRPr lang="it-IT" dirty="0"/>
        </a:p>
      </dgm:t>
    </dgm:pt>
    <dgm:pt modelId="{4160FBC0-71BD-4CAF-A03C-B522296FDE29}" type="parTrans" cxnId="{F98557CE-D8BC-4CF9-B68A-23BA54C932B5}">
      <dgm:prSet/>
      <dgm:spPr/>
      <dgm:t>
        <a:bodyPr/>
        <a:lstStyle/>
        <a:p>
          <a:endParaRPr lang="it-IT"/>
        </a:p>
      </dgm:t>
    </dgm:pt>
    <dgm:pt modelId="{920B2C6E-7021-48A5-AB71-3D5E9EF23EBB}" type="sibTrans" cxnId="{F98557CE-D8BC-4CF9-B68A-23BA54C932B5}">
      <dgm:prSet/>
      <dgm:spPr/>
      <dgm:t>
        <a:bodyPr/>
        <a:lstStyle/>
        <a:p>
          <a:endParaRPr lang="it-IT"/>
        </a:p>
      </dgm:t>
    </dgm:pt>
    <dgm:pt modelId="{ABDB272E-BBE5-4775-A76B-3954F420EDA8}">
      <dgm:prSet/>
      <dgm:spPr/>
      <dgm:t>
        <a:bodyPr/>
        <a:lstStyle/>
        <a:p>
          <a:r>
            <a:rPr lang="it-IT"/>
            <a:t>Model</a:t>
          </a:r>
          <a:endParaRPr lang="it-IT" dirty="0"/>
        </a:p>
      </dgm:t>
    </dgm:pt>
    <dgm:pt modelId="{6D001D50-4B5C-40F0-A713-16622B1C44B2}" type="parTrans" cxnId="{71A4D7A5-E6A0-4E42-9628-0545C11D1996}">
      <dgm:prSet/>
      <dgm:spPr/>
      <dgm:t>
        <a:bodyPr/>
        <a:lstStyle/>
        <a:p>
          <a:endParaRPr lang="it-IT"/>
        </a:p>
      </dgm:t>
    </dgm:pt>
    <dgm:pt modelId="{267FE8F1-AA48-41D0-B192-80BEBD2A76F3}" type="sibTrans" cxnId="{71A4D7A5-E6A0-4E42-9628-0545C11D1996}">
      <dgm:prSet/>
      <dgm:spPr/>
      <dgm:t>
        <a:bodyPr/>
        <a:lstStyle/>
        <a:p>
          <a:endParaRPr lang="it-IT"/>
        </a:p>
      </dgm:t>
    </dgm:pt>
    <dgm:pt modelId="{1A782ED8-F5E5-46D0-993C-CC7033129991}">
      <dgm:prSet/>
      <dgm:spPr/>
      <dgm:t>
        <a:bodyPr/>
        <a:lstStyle/>
        <a:p>
          <a:r>
            <a:rPr lang="it-IT"/>
            <a:t>Metrics</a:t>
          </a:r>
          <a:endParaRPr lang="it-IT" dirty="0"/>
        </a:p>
      </dgm:t>
    </dgm:pt>
    <dgm:pt modelId="{EACD56B8-5C3C-45ED-A9EB-32EE2094EC41}" type="parTrans" cxnId="{E923E7E7-C1D2-4E6D-9C84-6787BC1FE15F}">
      <dgm:prSet/>
      <dgm:spPr/>
      <dgm:t>
        <a:bodyPr/>
        <a:lstStyle/>
        <a:p>
          <a:endParaRPr lang="it-IT"/>
        </a:p>
      </dgm:t>
    </dgm:pt>
    <dgm:pt modelId="{AFEFE749-74C7-45CC-8FDB-806D23D42588}" type="sibTrans" cxnId="{E923E7E7-C1D2-4E6D-9C84-6787BC1FE15F}">
      <dgm:prSet/>
      <dgm:spPr/>
      <dgm:t>
        <a:bodyPr/>
        <a:lstStyle/>
        <a:p>
          <a:endParaRPr lang="it-IT"/>
        </a:p>
      </dgm:t>
    </dgm:pt>
    <dgm:pt modelId="{39F36B2A-74F5-49A2-B5C6-F05AB7BDA7EA}" type="pres">
      <dgm:prSet presAssocID="{6F9EA7B7-E20F-4940-AC9E-063989D0192B}" presName="Name0" presStyleCnt="0">
        <dgm:presLayoutVars>
          <dgm:dir/>
          <dgm:resizeHandles val="exact"/>
        </dgm:presLayoutVars>
      </dgm:prSet>
      <dgm:spPr/>
    </dgm:pt>
    <dgm:pt modelId="{0265F2FA-7168-418A-B44B-283B5DC0A379}" type="pres">
      <dgm:prSet presAssocID="{A3B594C8-4D69-4AB4-A54A-CB4775B008A1}" presName="node" presStyleLbl="node1" presStyleIdx="0" presStyleCnt="7">
        <dgm:presLayoutVars>
          <dgm:bulletEnabled val="1"/>
        </dgm:presLayoutVars>
      </dgm:prSet>
      <dgm:spPr/>
    </dgm:pt>
    <dgm:pt modelId="{47DDB2AE-F326-43A5-B0BF-464F5312A56B}" type="pres">
      <dgm:prSet presAssocID="{7D9186DD-DDA6-4DA1-A02E-C839CE00A9FA}" presName="sibTrans" presStyleLbl="sibTrans2D1" presStyleIdx="0" presStyleCnt="6"/>
      <dgm:spPr/>
    </dgm:pt>
    <dgm:pt modelId="{EB42F60B-4E21-44EF-B890-D943A1108E9B}" type="pres">
      <dgm:prSet presAssocID="{7D9186DD-DDA6-4DA1-A02E-C839CE00A9FA}" presName="connectorText" presStyleLbl="sibTrans2D1" presStyleIdx="0" presStyleCnt="6"/>
      <dgm:spPr/>
    </dgm:pt>
    <dgm:pt modelId="{BF84055E-11A8-4E92-B123-6E7C95FA96A7}" type="pres">
      <dgm:prSet presAssocID="{CA4923C3-E240-446B-B185-BC6F44EA0B59}" presName="node" presStyleLbl="node1" presStyleIdx="1" presStyleCnt="7">
        <dgm:presLayoutVars>
          <dgm:bulletEnabled val="1"/>
        </dgm:presLayoutVars>
      </dgm:prSet>
      <dgm:spPr/>
    </dgm:pt>
    <dgm:pt modelId="{E02D33D3-0C23-4A90-A0D3-4CA386698BDE}" type="pres">
      <dgm:prSet presAssocID="{4DF58FA4-E0BE-48A7-B584-ED1F0E9758AF}" presName="sibTrans" presStyleLbl="sibTrans2D1" presStyleIdx="1" presStyleCnt="6"/>
      <dgm:spPr/>
    </dgm:pt>
    <dgm:pt modelId="{DF8B1D08-F24A-43A4-986F-5274F63F7C99}" type="pres">
      <dgm:prSet presAssocID="{4DF58FA4-E0BE-48A7-B584-ED1F0E9758AF}" presName="connectorText" presStyleLbl="sibTrans2D1" presStyleIdx="1" presStyleCnt="6"/>
      <dgm:spPr/>
    </dgm:pt>
    <dgm:pt modelId="{17C6D2CC-4878-465D-8CE3-57722118EEF6}" type="pres">
      <dgm:prSet presAssocID="{43B83C50-B3C1-41DA-8F4C-6EEE7E876FD3}" presName="node" presStyleLbl="node1" presStyleIdx="2" presStyleCnt="7">
        <dgm:presLayoutVars>
          <dgm:bulletEnabled val="1"/>
        </dgm:presLayoutVars>
      </dgm:prSet>
      <dgm:spPr/>
    </dgm:pt>
    <dgm:pt modelId="{30D174A4-EF6B-4435-97E6-95C5F4E2AA3E}" type="pres">
      <dgm:prSet presAssocID="{CB2F82B1-6AD2-4442-822A-BD7C1BEED23A}" presName="sibTrans" presStyleLbl="sibTrans2D1" presStyleIdx="2" presStyleCnt="6"/>
      <dgm:spPr/>
    </dgm:pt>
    <dgm:pt modelId="{456DBAB7-991A-412A-90EA-0A6DF80AE61C}" type="pres">
      <dgm:prSet presAssocID="{CB2F82B1-6AD2-4442-822A-BD7C1BEED23A}" presName="connectorText" presStyleLbl="sibTrans2D1" presStyleIdx="2" presStyleCnt="6"/>
      <dgm:spPr/>
    </dgm:pt>
    <dgm:pt modelId="{DCC0BDAD-538E-4E54-AEEA-A6A03A64A2E1}" type="pres">
      <dgm:prSet presAssocID="{E298717C-9614-421A-9505-68A2FA9267E2}" presName="node" presStyleLbl="node1" presStyleIdx="3" presStyleCnt="7">
        <dgm:presLayoutVars>
          <dgm:bulletEnabled val="1"/>
        </dgm:presLayoutVars>
      </dgm:prSet>
      <dgm:spPr/>
    </dgm:pt>
    <dgm:pt modelId="{410456C7-F422-4837-8A55-BC5C984A5144}" type="pres">
      <dgm:prSet presAssocID="{920B2C6E-7021-48A5-AB71-3D5E9EF23EBB}" presName="sibTrans" presStyleLbl="sibTrans2D1" presStyleIdx="3" presStyleCnt="6"/>
      <dgm:spPr/>
    </dgm:pt>
    <dgm:pt modelId="{54B03734-44E5-437D-A2C3-72DAC3DFB406}" type="pres">
      <dgm:prSet presAssocID="{920B2C6E-7021-48A5-AB71-3D5E9EF23EBB}" presName="connectorText" presStyleLbl="sibTrans2D1" presStyleIdx="3" presStyleCnt="6"/>
      <dgm:spPr/>
    </dgm:pt>
    <dgm:pt modelId="{0FEA06D2-053D-41A6-9606-DB8619CBD761}" type="pres">
      <dgm:prSet presAssocID="{FBA08AFF-01D0-4959-BF75-923F8AD8AC91}" presName="node" presStyleLbl="node1" presStyleIdx="4" presStyleCnt="7">
        <dgm:presLayoutVars>
          <dgm:bulletEnabled val="1"/>
        </dgm:presLayoutVars>
      </dgm:prSet>
      <dgm:spPr/>
    </dgm:pt>
    <dgm:pt modelId="{D890AA88-F4CC-4402-806A-D0947D09D476}" type="pres">
      <dgm:prSet presAssocID="{E87DF3D8-ADBF-47FE-B115-97C4D9CE9399}" presName="sibTrans" presStyleLbl="sibTrans2D1" presStyleIdx="4" presStyleCnt="6"/>
      <dgm:spPr/>
    </dgm:pt>
    <dgm:pt modelId="{F03FDB50-EF48-4C58-AE1F-D45FF2E3CC18}" type="pres">
      <dgm:prSet presAssocID="{E87DF3D8-ADBF-47FE-B115-97C4D9CE9399}" presName="connectorText" presStyleLbl="sibTrans2D1" presStyleIdx="4" presStyleCnt="6"/>
      <dgm:spPr/>
    </dgm:pt>
    <dgm:pt modelId="{82DDB7A4-4050-4FBD-B50B-4F2B69ECD92F}" type="pres">
      <dgm:prSet presAssocID="{ABDB272E-BBE5-4775-A76B-3954F420EDA8}" presName="node" presStyleLbl="node1" presStyleIdx="5" presStyleCnt="7">
        <dgm:presLayoutVars>
          <dgm:bulletEnabled val="1"/>
        </dgm:presLayoutVars>
      </dgm:prSet>
      <dgm:spPr/>
    </dgm:pt>
    <dgm:pt modelId="{4740A0A1-8FDA-4FBE-98AA-A640370885F5}" type="pres">
      <dgm:prSet presAssocID="{267FE8F1-AA48-41D0-B192-80BEBD2A76F3}" presName="sibTrans" presStyleLbl="sibTrans2D1" presStyleIdx="5" presStyleCnt="6"/>
      <dgm:spPr/>
    </dgm:pt>
    <dgm:pt modelId="{533A3C8A-9303-4275-9335-437991DFD736}" type="pres">
      <dgm:prSet presAssocID="{267FE8F1-AA48-41D0-B192-80BEBD2A76F3}" presName="connectorText" presStyleLbl="sibTrans2D1" presStyleIdx="5" presStyleCnt="6"/>
      <dgm:spPr/>
    </dgm:pt>
    <dgm:pt modelId="{44DFCBB9-4A77-49AB-939E-85E10D71D158}" type="pres">
      <dgm:prSet presAssocID="{1A782ED8-F5E5-46D0-993C-CC7033129991}" presName="node" presStyleLbl="node1" presStyleIdx="6" presStyleCnt="7">
        <dgm:presLayoutVars>
          <dgm:bulletEnabled val="1"/>
        </dgm:presLayoutVars>
      </dgm:prSet>
      <dgm:spPr/>
    </dgm:pt>
  </dgm:ptLst>
  <dgm:cxnLst>
    <dgm:cxn modelId="{A8E1FA05-D1BD-4EDF-BC62-8C7B7584FDCD}" type="presOf" srcId="{CB2F82B1-6AD2-4442-822A-BD7C1BEED23A}" destId="{30D174A4-EF6B-4435-97E6-95C5F4E2AA3E}" srcOrd="0" destOrd="0" presId="urn:microsoft.com/office/officeart/2005/8/layout/process1"/>
    <dgm:cxn modelId="{E2AF5B0B-B64F-486E-9CF1-1603762E5ADB}" type="presOf" srcId="{ABDB272E-BBE5-4775-A76B-3954F420EDA8}" destId="{82DDB7A4-4050-4FBD-B50B-4F2B69ECD92F}" srcOrd="0" destOrd="0" presId="urn:microsoft.com/office/officeart/2005/8/layout/process1"/>
    <dgm:cxn modelId="{B1B33224-5019-41B7-B644-BA18F340B1A0}" type="presOf" srcId="{E87DF3D8-ADBF-47FE-B115-97C4D9CE9399}" destId="{F03FDB50-EF48-4C58-AE1F-D45FF2E3CC18}" srcOrd="1" destOrd="0" presId="urn:microsoft.com/office/officeart/2005/8/layout/process1"/>
    <dgm:cxn modelId="{D5B95727-177D-410E-9FC8-C8672C987A65}" type="presOf" srcId="{4DF58FA4-E0BE-48A7-B584-ED1F0E9758AF}" destId="{DF8B1D08-F24A-43A4-986F-5274F63F7C99}" srcOrd="1" destOrd="0" presId="urn:microsoft.com/office/officeart/2005/8/layout/process1"/>
    <dgm:cxn modelId="{29FBED31-EE8E-4D40-8AA9-F972A2CF53DA}" type="presOf" srcId="{CB2F82B1-6AD2-4442-822A-BD7C1BEED23A}" destId="{456DBAB7-991A-412A-90EA-0A6DF80AE61C}" srcOrd="1" destOrd="0" presId="urn:microsoft.com/office/officeart/2005/8/layout/process1"/>
    <dgm:cxn modelId="{C7529937-F736-4A0A-A0A4-C7026405AAB2}" type="presOf" srcId="{267FE8F1-AA48-41D0-B192-80BEBD2A76F3}" destId="{533A3C8A-9303-4275-9335-437991DFD736}" srcOrd="1" destOrd="0" presId="urn:microsoft.com/office/officeart/2005/8/layout/process1"/>
    <dgm:cxn modelId="{61D3E138-15A6-44EB-A179-F6C33D403F24}" type="presOf" srcId="{FBA08AFF-01D0-4959-BF75-923F8AD8AC91}" destId="{0FEA06D2-053D-41A6-9606-DB8619CBD761}" srcOrd="0" destOrd="0" presId="urn:microsoft.com/office/officeart/2005/8/layout/process1"/>
    <dgm:cxn modelId="{6638533C-F1CA-4189-9816-163A8A13DA02}" type="presOf" srcId="{920B2C6E-7021-48A5-AB71-3D5E9EF23EBB}" destId="{54B03734-44E5-437D-A2C3-72DAC3DFB406}" srcOrd="1" destOrd="0" presId="urn:microsoft.com/office/officeart/2005/8/layout/process1"/>
    <dgm:cxn modelId="{9FE1F03C-53BD-4013-AFC2-C179256AB90A}" srcId="{6F9EA7B7-E20F-4940-AC9E-063989D0192B}" destId="{A3B594C8-4D69-4AB4-A54A-CB4775B008A1}" srcOrd="0" destOrd="0" parTransId="{14B629B7-7B29-4E8F-BD43-736466B868C5}" sibTransId="{7D9186DD-DDA6-4DA1-A02E-C839CE00A9FA}"/>
    <dgm:cxn modelId="{08E9B65D-30E6-4B35-9583-AF84FE53CE3B}" type="presOf" srcId="{A3B594C8-4D69-4AB4-A54A-CB4775B008A1}" destId="{0265F2FA-7168-418A-B44B-283B5DC0A379}" srcOrd="0" destOrd="0" presId="urn:microsoft.com/office/officeart/2005/8/layout/process1"/>
    <dgm:cxn modelId="{B780AA4B-6DEC-48C4-AD65-6828B32B195B}" type="presOf" srcId="{1A782ED8-F5E5-46D0-993C-CC7033129991}" destId="{44DFCBB9-4A77-49AB-939E-85E10D71D158}" srcOrd="0" destOrd="0" presId="urn:microsoft.com/office/officeart/2005/8/layout/process1"/>
    <dgm:cxn modelId="{F0E8C64D-57F1-470D-A426-B7617FC354B6}" type="presOf" srcId="{CA4923C3-E240-446B-B185-BC6F44EA0B59}" destId="{BF84055E-11A8-4E92-B123-6E7C95FA96A7}" srcOrd="0" destOrd="0" presId="urn:microsoft.com/office/officeart/2005/8/layout/process1"/>
    <dgm:cxn modelId="{6A74466F-7C2A-478F-8A6B-FEF1540673B8}" type="presOf" srcId="{6F9EA7B7-E20F-4940-AC9E-063989D0192B}" destId="{39F36B2A-74F5-49A2-B5C6-F05AB7BDA7EA}" srcOrd="0" destOrd="0" presId="urn:microsoft.com/office/officeart/2005/8/layout/process1"/>
    <dgm:cxn modelId="{3C840194-80CE-4FBB-A44B-DE870D74F221}" type="presOf" srcId="{E87DF3D8-ADBF-47FE-B115-97C4D9CE9399}" destId="{D890AA88-F4CC-4402-806A-D0947D09D476}" srcOrd="0" destOrd="0" presId="urn:microsoft.com/office/officeart/2005/8/layout/process1"/>
    <dgm:cxn modelId="{4917779C-9924-4CDE-BD32-DD36F2BB4571}" srcId="{6F9EA7B7-E20F-4940-AC9E-063989D0192B}" destId="{FBA08AFF-01D0-4959-BF75-923F8AD8AC91}" srcOrd="4" destOrd="0" parTransId="{E3C79D26-6BF3-4979-98D0-6A969519EA9C}" sibTransId="{E87DF3D8-ADBF-47FE-B115-97C4D9CE9399}"/>
    <dgm:cxn modelId="{71A4D7A5-E6A0-4E42-9628-0545C11D1996}" srcId="{6F9EA7B7-E20F-4940-AC9E-063989D0192B}" destId="{ABDB272E-BBE5-4775-A76B-3954F420EDA8}" srcOrd="5" destOrd="0" parTransId="{6D001D50-4B5C-40F0-A713-16622B1C44B2}" sibTransId="{267FE8F1-AA48-41D0-B192-80BEBD2A76F3}"/>
    <dgm:cxn modelId="{4CDC59B0-7AE4-4D8C-800C-A74835A2A1A4}" type="presOf" srcId="{7D9186DD-DDA6-4DA1-A02E-C839CE00A9FA}" destId="{EB42F60B-4E21-44EF-B890-D943A1108E9B}" srcOrd="1" destOrd="0" presId="urn:microsoft.com/office/officeart/2005/8/layout/process1"/>
    <dgm:cxn modelId="{5F89D1B0-4BC5-4DE9-ABEA-D77F88E25CF1}" type="presOf" srcId="{267FE8F1-AA48-41D0-B192-80BEBD2A76F3}" destId="{4740A0A1-8FDA-4FBE-98AA-A640370885F5}" srcOrd="0" destOrd="0" presId="urn:microsoft.com/office/officeart/2005/8/layout/process1"/>
    <dgm:cxn modelId="{F98557CE-D8BC-4CF9-B68A-23BA54C932B5}" srcId="{6F9EA7B7-E20F-4940-AC9E-063989D0192B}" destId="{E298717C-9614-421A-9505-68A2FA9267E2}" srcOrd="3" destOrd="0" parTransId="{4160FBC0-71BD-4CAF-A03C-B522296FDE29}" sibTransId="{920B2C6E-7021-48A5-AB71-3D5E9EF23EBB}"/>
    <dgm:cxn modelId="{D0E7E3D7-9A9B-4F0D-B7B9-F560D1255369}" srcId="{6F9EA7B7-E20F-4940-AC9E-063989D0192B}" destId="{CA4923C3-E240-446B-B185-BC6F44EA0B59}" srcOrd="1" destOrd="0" parTransId="{9FB6D02A-A09B-4085-B757-783CCDB26F0F}" sibTransId="{4DF58FA4-E0BE-48A7-B584-ED1F0E9758AF}"/>
    <dgm:cxn modelId="{8E6474DA-8A35-4697-9B84-9D669CDC0E30}" type="presOf" srcId="{920B2C6E-7021-48A5-AB71-3D5E9EF23EBB}" destId="{410456C7-F422-4837-8A55-BC5C984A5144}" srcOrd="0" destOrd="0" presId="urn:microsoft.com/office/officeart/2005/8/layout/process1"/>
    <dgm:cxn modelId="{17E1BADB-8B87-493E-803E-20535305D3EF}" type="presOf" srcId="{E298717C-9614-421A-9505-68A2FA9267E2}" destId="{DCC0BDAD-538E-4E54-AEEA-A6A03A64A2E1}" srcOrd="0" destOrd="0" presId="urn:microsoft.com/office/officeart/2005/8/layout/process1"/>
    <dgm:cxn modelId="{4AA0D3DC-FD02-4810-8F19-C9485131893A}" type="presOf" srcId="{4DF58FA4-E0BE-48A7-B584-ED1F0E9758AF}" destId="{E02D33D3-0C23-4A90-A0D3-4CA386698BDE}" srcOrd="0" destOrd="0" presId="urn:microsoft.com/office/officeart/2005/8/layout/process1"/>
    <dgm:cxn modelId="{9D0A60E1-3A52-4352-B625-5BD4365C636A}" type="presOf" srcId="{43B83C50-B3C1-41DA-8F4C-6EEE7E876FD3}" destId="{17C6D2CC-4878-465D-8CE3-57722118EEF6}" srcOrd="0" destOrd="0" presId="urn:microsoft.com/office/officeart/2005/8/layout/process1"/>
    <dgm:cxn modelId="{100F9EE3-DB7E-4AB0-8472-051B322790D0}" type="presOf" srcId="{7D9186DD-DDA6-4DA1-A02E-C839CE00A9FA}" destId="{47DDB2AE-F326-43A5-B0BF-464F5312A56B}" srcOrd="0" destOrd="0" presId="urn:microsoft.com/office/officeart/2005/8/layout/process1"/>
    <dgm:cxn modelId="{B232B7E5-FC6D-483A-98FD-ED126B4749DB}" srcId="{6F9EA7B7-E20F-4940-AC9E-063989D0192B}" destId="{43B83C50-B3C1-41DA-8F4C-6EEE7E876FD3}" srcOrd="2" destOrd="0" parTransId="{25034326-8D4C-4182-84C4-7EC2AED8F45C}" sibTransId="{CB2F82B1-6AD2-4442-822A-BD7C1BEED23A}"/>
    <dgm:cxn modelId="{E923E7E7-C1D2-4E6D-9C84-6787BC1FE15F}" srcId="{6F9EA7B7-E20F-4940-AC9E-063989D0192B}" destId="{1A782ED8-F5E5-46D0-993C-CC7033129991}" srcOrd="6" destOrd="0" parTransId="{EACD56B8-5C3C-45ED-A9EB-32EE2094EC41}" sibTransId="{AFEFE749-74C7-45CC-8FDB-806D23D42588}"/>
    <dgm:cxn modelId="{84801D4D-48CD-407D-B364-3B4531C7AF34}" type="presParOf" srcId="{39F36B2A-74F5-49A2-B5C6-F05AB7BDA7EA}" destId="{0265F2FA-7168-418A-B44B-283B5DC0A379}" srcOrd="0" destOrd="0" presId="urn:microsoft.com/office/officeart/2005/8/layout/process1"/>
    <dgm:cxn modelId="{8BDFB24F-28A9-44B8-857F-3653B2C764C2}" type="presParOf" srcId="{39F36B2A-74F5-49A2-B5C6-F05AB7BDA7EA}" destId="{47DDB2AE-F326-43A5-B0BF-464F5312A56B}" srcOrd="1" destOrd="0" presId="urn:microsoft.com/office/officeart/2005/8/layout/process1"/>
    <dgm:cxn modelId="{470247F9-7BE3-439D-BB83-18A40F835414}" type="presParOf" srcId="{47DDB2AE-F326-43A5-B0BF-464F5312A56B}" destId="{EB42F60B-4E21-44EF-B890-D943A1108E9B}" srcOrd="0" destOrd="0" presId="urn:microsoft.com/office/officeart/2005/8/layout/process1"/>
    <dgm:cxn modelId="{A7607369-2499-4B8E-B5F4-D8CED89460CC}" type="presParOf" srcId="{39F36B2A-74F5-49A2-B5C6-F05AB7BDA7EA}" destId="{BF84055E-11A8-4E92-B123-6E7C95FA96A7}" srcOrd="2" destOrd="0" presId="urn:microsoft.com/office/officeart/2005/8/layout/process1"/>
    <dgm:cxn modelId="{67677997-8148-4A9C-99F1-551121839F4F}" type="presParOf" srcId="{39F36B2A-74F5-49A2-B5C6-F05AB7BDA7EA}" destId="{E02D33D3-0C23-4A90-A0D3-4CA386698BDE}" srcOrd="3" destOrd="0" presId="urn:microsoft.com/office/officeart/2005/8/layout/process1"/>
    <dgm:cxn modelId="{239E6F75-E0DD-44B2-BF4A-8CD72E4A3626}" type="presParOf" srcId="{E02D33D3-0C23-4A90-A0D3-4CA386698BDE}" destId="{DF8B1D08-F24A-43A4-986F-5274F63F7C99}" srcOrd="0" destOrd="0" presId="urn:microsoft.com/office/officeart/2005/8/layout/process1"/>
    <dgm:cxn modelId="{A2F5F8D7-CFDC-4322-9622-456766FFDAA6}" type="presParOf" srcId="{39F36B2A-74F5-49A2-B5C6-F05AB7BDA7EA}" destId="{17C6D2CC-4878-465D-8CE3-57722118EEF6}" srcOrd="4" destOrd="0" presId="urn:microsoft.com/office/officeart/2005/8/layout/process1"/>
    <dgm:cxn modelId="{5C438DD5-4629-4D75-8046-0C932F46AA83}" type="presParOf" srcId="{39F36B2A-74F5-49A2-B5C6-F05AB7BDA7EA}" destId="{30D174A4-EF6B-4435-97E6-95C5F4E2AA3E}" srcOrd="5" destOrd="0" presId="urn:microsoft.com/office/officeart/2005/8/layout/process1"/>
    <dgm:cxn modelId="{DE709908-4C34-40AA-9A41-1FB50C6462C6}" type="presParOf" srcId="{30D174A4-EF6B-4435-97E6-95C5F4E2AA3E}" destId="{456DBAB7-991A-412A-90EA-0A6DF80AE61C}" srcOrd="0" destOrd="0" presId="urn:microsoft.com/office/officeart/2005/8/layout/process1"/>
    <dgm:cxn modelId="{9C5CD43E-2922-45F8-B357-79959190CA8B}" type="presParOf" srcId="{39F36B2A-74F5-49A2-B5C6-F05AB7BDA7EA}" destId="{DCC0BDAD-538E-4E54-AEEA-A6A03A64A2E1}" srcOrd="6" destOrd="0" presId="urn:microsoft.com/office/officeart/2005/8/layout/process1"/>
    <dgm:cxn modelId="{468B6E01-F0ED-4B03-B026-87CFDDA3A517}" type="presParOf" srcId="{39F36B2A-74F5-49A2-B5C6-F05AB7BDA7EA}" destId="{410456C7-F422-4837-8A55-BC5C984A5144}" srcOrd="7" destOrd="0" presId="urn:microsoft.com/office/officeart/2005/8/layout/process1"/>
    <dgm:cxn modelId="{27A100A5-61AA-410E-8591-9DF5D9BF158F}" type="presParOf" srcId="{410456C7-F422-4837-8A55-BC5C984A5144}" destId="{54B03734-44E5-437D-A2C3-72DAC3DFB406}" srcOrd="0" destOrd="0" presId="urn:microsoft.com/office/officeart/2005/8/layout/process1"/>
    <dgm:cxn modelId="{AA706F06-2706-4BE1-AA65-9F4A27580442}" type="presParOf" srcId="{39F36B2A-74F5-49A2-B5C6-F05AB7BDA7EA}" destId="{0FEA06D2-053D-41A6-9606-DB8619CBD761}" srcOrd="8" destOrd="0" presId="urn:microsoft.com/office/officeart/2005/8/layout/process1"/>
    <dgm:cxn modelId="{E07F43F9-0708-49C8-B009-09682673F51A}" type="presParOf" srcId="{39F36B2A-74F5-49A2-B5C6-F05AB7BDA7EA}" destId="{D890AA88-F4CC-4402-806A-D0947D09D476}" srcOrd="9" destOrd="0" presId="urn:microsoft.com/office/officeart/2005/8/layout/process1"/>
    <dgm:cxn modelId="{B6977FF3-6A1D-4A55-85CF-60873029229C}" type="presParOf" srcId="{D890AA88-F4CC-4402-806A-D0947D09D476}" destId="{F03FDB50-EF48-4C58-AE1F-D45FF2E3CC18}" srcOrd="0" destOrd="0" presId="urn:microsoft.com/office/officeart/2005/8/layout/process1"/>
    <dgm:cxn modelId="{E6DACC1E-D00C-4E2A-B37A-66E2A0D2A411}" type="presParOf" srcId="{39F36B2A-74F5-49A2-B5C6-F05AB7BDA7EA}" destId="{82DDB7A4-4050-4FBD-B50B-4F2B69ECD92F}" srcOrd="10" destOrd="0" presId="urn:microsoft.com/office/officeart/2005/8/layout/process1"/>
    <dgm:cxn modelId="{569A285E-DE50-4847-989C-951DAF3A270E}" type="presParOf" srcId="{39F36B2A-74F5-49A2-B5C6-F05AB7BDA7EA}" destId="{4740A0A1-8FDA-4FBE-98AA-A640370885F5}" srcOrd="11" destOrd="0" presId="urn:microsoft.com/office/officeart/2005/8/layout/process1"/>
    <dgm:cxn modelId="{6465167A-EB5F-4FA4-B186-E0C3CF0FC12C}" type="presParOf" srcId="{4740A0A1-8FDA-4FBE-98AA-A640370885F5}" destId="{533A3C8A-9303-4275-9335-437991DFD736}" srcOrd="0" destOrd="0" presId="urn:microsoft.com/office/officeart/2005/8/layout/process1"/>
    <dgm:cxn modelId="{7E2A4A1C-838F-448A-8D06-6087CBD587F1}" type="presParOf" srcId="{39F36B2A-74F5-49A2-B5C6-F05AB7BDA7EA}" destId="{44DFCBB9-4A77-49AB-939E-85E10D71D158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5F2FA-7168-418A-B44B-283B5DC0A379}">
      <dsp:nvSpPr>
        <dsp:cNvPr id="0" name=""/>
        <dsp:cNvSpPr/>
      </dsp:nvSpPr>
      <dsp:spPr>
        <a:xfrm>
          <a:off x="3011" y="778436"/>
          <a:ext cx="1140622" cy="6843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80000"/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 err="1"/>
            <a:t>Raw</a:t>
          </a:r>
          <a:r>
            <a:rPr lang="it-IT" sz="1500" kern="1200" dirty="0"/>
            <a:t> CSV</a:t>
          </a:r>
        </a:p>
      </dsp:txBody>
      <dsp:txXfrm>
        <a:off x="23056" y="798481"/>
        <a:ext cx="1100532" cy="644283"/>
      </dsp:txXfrm>
    </dsp:sp>
    <dsp:sp modelId="{47DDB2AE-F326-43A5-B0BF-464F5312A56B}">
      <dsp:nvSpPr>
        <dsp:cNvPr id="0" name=""/>
        <dsp:cNvSpPr/>
      </dsp:nvSpPr>
      <dsp:spPr>
        <a:xfrm>
          <a:off x="1257696" y="979186"/>
          <a:ext cx="241811" cy="28287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90000"/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90000"/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1257696" y="1035761"/>
        <a:ext cx="169268" cy="169724"/>
      </dsp:txXfrm>
    </dsp:sp>
    <dsp:sp modelId="{BF84055E-11A8-4E92-B123-6E7C95FA96A7}">
      <dsp:nvSpPr>
        <dsp:cNvPr id="0" name=""/>
        <dsp:cNvSpPr/>
      </dsp:nvSpPr>
      <dsp:spPr>
        <a:xfrm>
          <a:off x="1599882" y="778436"/>
          <a:ext cx="1140622" cy="6843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51164"/>
                <a:satOff val="51"/>
                <a:lumOff val="4228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80000"/>
                <a:hueOff val="51164"/>
                <a:satOff val="51"/>
                <a:lumOff val="4228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80000"/>
                <a:hueOff val="51164"/>
                <a:satOff val="51"/>
                <a:lumOff val="4228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 err="1"/>
            <a:t>Clean</a:t>
          </a:r>
          <a:endParaRPr lang="it-IT" sz="1500" kern="1200" dirty="0"/>
        </a:p>
      </dsp:txBody>
      <dsp:txXfrm>
        <a:off x="1619927" y="798481"/>
        <a:ext cx="1100532" cy="644283"/>
      </dsp:txXfrm>
    </dsp:sp>
    <dsp:sp modelId="{E02D33D3-0C23-4A90-A0D3-4CA386698BDE}">
      <dsp:nvSpPr>
        <dsp:cNvPr id="0" name=""/>
        <dsp:cNvSpPr/>
      </dsp:nvSpPr>
      <dsp:spPr>
        <a:xfrm>
          <a:off x="2854567" y="979186"/>
          <a:ext cx="241811" cy="28287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61396"/>
                <a:satOff val="-644"/>
                <a:lumOff val="4524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90000"/>
                <a:hueOff val="61396"/>
                <a:satOff val="-644"/>
                <a:lumOff val="4524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90000"/>
                <a:hueOff val="61396"/>
                <a:satOff val="-644"/>
                <a:lumOff val="4524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2854567" y="1035761"/>
        <a:ext cx="169268" cy="169724"/>
      </dsp:txXfrm>
    </dsp:sp>
    <dsp:sp modelId="{17C6D2CC-4878-465D-8CE3-57722118EEF6}">
      <dsp:nvSpPr>
        <dsp:cNvPr id="0" name=""/>
        <dsp:cNvSpPr/>
      </dsp:nvSpPr>
      <dsp:spPr>
        <a:xfrm>
          <a:off x="3196753" y="778436"/>
          <a:ext cx="1140622" cy="6843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102328"/>
                <a:satOff val="101"/>
                <a:lumOff val="8456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80000"/>
                <a:hueOff val="102328"/>
                <a:satOff val="101"/>
                <a:lumOff val="8456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80000"/>
                <a:hueOff val="102328"/>
                <a:satOff val="101"/>
                <a:lumOff val="8456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 err="1"/>
            <a:t>Encode</a:t>
          </a:r>
          <a:endParaRPr lang="it-IT" sz="1500" kern="1200" dirty="0"/>
        </a:p>
      </dsp:txBody>
      <dsp:txXfrm>
        <a:off x="3216798" y="798481"/>
        <a:ext cx="1100532" cy="644283"/>
      </dsp:txXfrm>
    </dsp:sp>
    <dsp:sp modelId="{30D174A4-EF6B-4435-97E6-95C5F4E2AA3E}">
      <dsp:nvSpPr>
        <dsp:cNvPr id="0" name=""/>
        <dsp:cNvSpPr/>
      </dsp:nvSpPr>
      <dsp:spPr>
        <a:xfrm>
          <a:off x="4451438" y="979186"/>
          <a:ext cx="241811" cy="28287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122792"/>
                <a:satOff val="-1289"/>
                <a:lumOff val="9047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90000"/>
                <a:hueOff val="122792"/>
                <a:satOff val="-1289"/>
                <a:lumOff val="9047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90000"/>
                <a:hueOff val="122792"/>
                <a:satOff val="-1289"/>
                <a:lumOff val="9047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4451438" y="1035761"/>
        <a:ext cx="169268" cy="169724"/>
      </dsp:txXfrm>
    </dsp:sp>
    <dsp:sp modelId="{DCC0BDAD-538E-4E54-AEEA-A6A03A64A2E1}">
      <dsp:nvSpPr>
        <dsp:cNvPr id="0" name=""/>
        <dsp:cNvSpPr/>
      </dsp:nvSpPr>
      <dsp:spPr>
        <a:xfrm>
          <a:off x="4793624" y="778436"/>
          <a:ext cx="1140622" cy="6843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153492"/>
                <a:satOff val="152"/>
                <a:lumOff val="12685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80000"/>
                <a:hueOff val="153492"/>
                <a:satOff val="152"/>
                <a:lumOff val="12685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80000"/>
                <a:hueOff val="153492"/>
                <a:satOff val="152"/>
                <a:lumOff val="12685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Assemble</a:t>
          </a:r>
          <a:endParaRPr lang="it-IT" sz="1500" kern="1200" dirty="0"/>
        </a:p>
      </dsp:txBody>
      <dsp:txXfrm>
        <a:off x="4813669" y="798481"/>
        <a:ext cx="1100532" cy="644283"/>
      </dsp:txXfrm>
    </dsp:sp>
    <dsp:sp modelId="{410456C7-F422-4837-8A55-BC5C984A5144}">
      <dsp:nvSpPr>
        <dsp:cNvPr id="0" name=""/>
        <dsp:cNvSpPr/>
      </dsp:nvSpPr>
      <dsp:spPr>
        <a:xfrm>
          <a:off x="6048309" y="979186"/>
          <a:ext cx="241811" cy="28287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184188"/>
                <a:satOff val="-1933"/>
                <a:lumOff val="13571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90000"/>
                <a:hueOff val="184188"/>
                <a:satOff val="-1933"/>
                <a:lumOff val="13571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90000"/>
                <a:hueOff val="184188"/>
                <a:satOff val="-1933"/>
                <a:lumOff val="13571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6048309" y="1035761"/>
        <a:ext cx="169268" cy="169724"/>
      </dsp:txXfrm>
    </dsp:sp>
    <dsp:sp modelId="{0FEA06D2-053D-41A6-9606-DB8619CBD761}">
      <dsp:nvSpPr>
        <dsp:cNvPr id="0" name=""/>
        <dsp:cNvSpPr/>
      </dsp:nvSpPr>
      <dsp:spPr>
        <a:xfrm>
          <a:off x="6390495" y="778436"/>
          <a:ext cx="1140622" cy="6843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204656"/>
                <a:satOff val="202"/>
                <a:lumOff val="16913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80000"/>
                <a:hueOff val="204656"/>
                <a:satOff val="202"/>
                <a:lumOff val="16913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80000"/>
                <a:hueOff val="204656"/>
                <a:satOff val="202"/>
                <a:lumOff val="16913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Train/Split</a:t>
          </a:r>
        </a:p>
      </dsp:txBody>
      <dsp:txXfrm>
        <a:off x="6410540" y="798481"/>
        <a:ext cx="1100532" cy="644283"/>
      </dsp:txXfrm>
    </dsp:sp>
    <dsp:sp modelId="{D890AA88-F4CC-4402-806A-D0947D09D476}">
      <dsp:nvSpPr>
        <dsp:cNvPr id="0" name=""/>
        <dsp:cNvSpPr/>
      </dsp:nvSpPr>
      <dsp:spPr>
        <a:xfrm>
          <a:off x="7645180" y="979186"/>
          <a:ext cx="241811" cy="28287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245584"/>
                <a:satOff val="-2578"/>
                <a:lumOff val="18094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90000"/>
                <a:hueOff val="245584"/>
                <a:satOff val="-2578"/>
                <a:lumOff val="18094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90000"/>
                <a:hueOff val="245584"/>
                <a:satOff val="-2578"/>
                <a:lumOff val="18094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7645180" y="1035761"/>
        <a:ext cx="169268" cy="169724"/>
      </dsp:txXfrm>
    </dsp:sp>
    <dsp:sp modelId="{82DDB7A4-4050-4FBD-B50B-4F2B69ECD92F}">
      <dsp:nvSpPr>
        <dsp:cNvPr id="0" name=""/>
        <dsp:cNvSpPr/>
      </dsp:nvSpPr>
      <dsp:spPr>
        <a:xfrm>
          <a:off x="7987366" y="778436"/>
          <a:ext cx="1140622" cy="6843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255820"/>
                <a:satOff val="253"/>
                <a:lumOff val="21141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80000"/>
                <a:hueOff val="255820"/>
                <a:satOff val="253"/>
                <a:lumOff val="21141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80000"/>
                <a:hueOff val="255820"/>
                <a:satOff val="253"/>
                <a:lumOff val="21141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Model</a:t>
          </a:r>
          <a:endParaRPr lang="it-IT" sz="1500" kern="1200" dirty="0"/>
        </a:p>
      </dsp:txBody>
      <dsp:txXfrm>
        <a:off x="8007411" y="798481"/>
        <a:ext cx="1100532" cy="644283"/>
      </dsp:txXfrm>
    </dsp:sp>
    <dsp:sp modelId="{4740A0A1-8FDA-4FBE-98AA-A640370885F5}">
      <dsp:nvSpPr>
        <dsp:cNvPr id="0" name=""/>
        <dsp:cNvSpPr/>
      </dsp:nvSpPr>
      <dsp:spPr>
        <a:xfrm>
          <a:off x="9242051" y="979186"/>
          <a:ext cx="241811" cy="28287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306980"/>
                <a:satOff val="-3222"/>
                <a:lumOff val="22618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90000"/>
                <a:hueOff val="306980"/>
                <a:satOff val="-3222"/>
                <a:lumOff val="22618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90000"/>
                <a:hueOff val="306980"/>
                <a:satOff val="-3222"/>
                <a:lumOff val="22618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9242051" y="1035761"/>
        <a:ext cx="169268" cy="169724"/>
      </dsp:txXfrm>
    </dsp:sp>
    <dsp:sp modelId="{44DFCBB9-4A77-49AB-939E-85E10D71D158}">
      <dsp:nvSpPr>
        <dsp:cNvPr id="0" name=""/>
        <dsp:cNvSpPr/>
      </dsp:nvSpPr>
      <dsp:spPr>
        <a:xfrm>
          <a:off x="9584237" y="778436"/>
          <a:ext cx="1140622" cy="6843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306984"/>
                <a:satOff val="303"/>
                <a:lumOff val="2536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shade val="80000"/>
                <a:hueOff val="306984"/>
                <a:satOff val="303"/>
                <a:lumOff val="2536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shade val="80000"/>
                <a:hueOff val="306984"/>
                <a:satOff val="303"/>
                <a:lumOff val="2536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Metrics</a:t>
          </a:r>
          <a:endParaRPr lang="it-IT" sz="1500" kern="1200" dirty="0"/>
        </a:p>
      </dsp:txBody>
      <dsp:txXfrm>
        <a:off x="9604282" y="798481"/>
        <a:ext cx="1100532" cy="6442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4258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5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183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178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773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4832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278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549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27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8542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2730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9205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463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7643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1974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3507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125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72CD4-9D94-4AA2-9BB6-5C5138649E4C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8DCA1-CA99-46C7-AAD7-C6CB1D0A52A5}" type="slidenum">
              <a:rPr lang="it-IT" smtClean="0"/>
              <a:t>‹N›</a:t>
            </a:fld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AFF2C19-3992-1CC4-4984-44C7555624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6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C1-Internal</a:t>
            </a:r>
          </a:p>
        </p:txBody>
      </p:sp>
    </p:spTree>
    <p:extLst>
      <p:ext uri="{BB962C8B-B14F-4D97-AF65-F5344CB8AC3E}">
        <p14:creationId xmlns:p14="http://schemas.microsoft.com/office/powerpoint/2010/main" val="3823624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848/secondary+mushroom+datase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742E5D-522A-932B-92CE-F71E3F64C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859972"/>
            <a:ext cx="8806543" cy="2569028"/>
          </a:xfrm>
        </p:spPr>
        <p:txBody>
          <a:bodyPr>
            <a:noAutofit/>
          </a:bodyPr>
          <a:lstStyle/>
          <a:p>
            <a:r>
              <a:rPr lang="en-US" sz="4000" dirty="0"/>
              <a:t>Mushroom Classification </a:t>
            </a:r>
            <a:br>
              <a:rPr lang="en-US" sz="4000" dirty="0"/>
            </a:br>
            <a:r>
              <a:rPr lang="en-US" sz="4000" dirty="0"/>
              <a:t>(Edible vs Poisonous) </a:t>
            </a:r>
            <a:br>
              <a:rPr lang="en-US" sz="4000" dirty="0"/>
            </a:br>
            <a:r>
              <a:rPr lang="en-US" sz="4000" dirty="0"/>
              <a:t>on the Secondary Mushroom Dataset</a:t>
            </a:r>
            <a:endParaRPr lang="it-IT" sz="40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5F6D04D-395A-6919-9508-2606E166B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0" y="3678240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it-IT" dirty="0" err="1"/>
              <a:t>Student</a:t>
            </a:r>
            <a:r>
              <a:rPr lang="it-IT" dirty="0"/>
              <a:t>: Hamidreza </a:t>
            </a:r>
            <a:r>
              <a:rPr lang="it-IT" dirty="0" err="1"/>
              <a:t>Bahmanyar</a:t>
            </a:r>
            <a:endParaRPr lang="it-IT" dirty="0"/>
          </a:p>
          <a:p>
            <a:r>
              <a:rPr lang="it-IT" dirty="0"/>
              <a:t>Professor: Dr. Stefano Lodi</a:t>
            </a:r>
          </a:p>
          <a:p>
            <a:r>
              <a:rPr lang="it-IT" dirty="0"/>
              <a:t>University of Bologna – </a:t>
            </a:r>
            <a:r>
              <a:rPr lang="en-US" dirty="0"/>
              <a:t>Big Data Analytics and Text Mining</a:t>
            </a:r>
          </a:p>
          <a:p>
            <a:r>
              <a:rPr lang="en-US" dirty="0"/>
              <a:t>2026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079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70846B2-6C97-A972-093C-FE06DD6520FA}"/>
              </a:ext>
            </a:extLst>
          </p:cNvPr>
          <p:cNvSpPr txBox="1"/>
          <p:nvPr/>
        </p:nvSpPr>
        <p:spPr>
          <a:xfrm>
            <a:off x="1410273" y="1305342"/>
            <a:ext cx="93714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+mj-lt"/>
              </a:rPr>
              <a:t>Paper:</a:t>
            </a:r>
          </a:p>
          <a:p>
            <a:endParaRPr lang="it-IT" sz="2400" b="1" dirty="0">
              <a:latin typeface="+mj-lt"/>
            </a:endParaRPr>
          </a:p>
          <a:p>
            <a:r>
              <a:rPr lang="en-US" dirty="0"/>
              <a:t>Wagner, D., Heider, D., &amp; Hattab, S. (2021, April 14). </a:t>
            </a:r>
            <a:r>
              <a:rPr lang="en-US" i="1" dirty="0"/>
              <a:t>Mushroom data creation, curation, and simulation to support classification tasks</a:t>
            </a:r>
            <a:r>
              <a:rPr lang="en-US" dirty="0"/>
              <a:t>. </a:t>
            </a:r>
            <a:r>
              <a:rPr lang="en-US" b="1" dirty="0"/>
              <a:t>Scientific Reports</a:t>
            </a:r>
            <a:r>
              <a:rPr lang="en-US" dirty="0"/>
              <a:t>.</a:t>
            </a:r>
          </a:p>
          <a:p>
            <a:endParaRPr lang="it-IT" sz="2400" b="1" dirty="0">
              <a:latin typeface="+mj-lt"/>
            </a:endParaRPr>
          </a:p>
          <a:p>
            <a:endParaRPr lang="it-IT" sz="2400" b="1" dirty="0">
              <a:latin typeface="+mj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88336E-F347-17AF-2950-1F28C2AB740D}"/>
              </a:ext>
            </a:extLst>
          </p:cNvPr>
          <p:cNvSpPr txBox="1"/>
          <p:nvPr/>
        </p:nvSpPr>
        <p:spPr>
          <a:xfrm>
            <a:off x="1410273" y="3429000"/>
            <a:ext cx="937145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+mj-lt"/>
              </a:rPr>
              <a:t>Dataset:</a:t>
            </a:r>
          </a:p>
          <a:p>
            <a:endParaRPr lang="it-IT" sz="2400" b="1" dirty="0">
              <a:latin typeface="+mj-lt"/>
            </a:endParaRPr>
          </a:p>
          <a:p>
            <a:r>
              <a:rPr lang="en-US" dirty="0"/>
              <a:t>UCI Machine Learning Repository. </a:t>
            </a:r>
            <a:r>
              <a:rPr lang="en-US" i="1" dirty="0"/>
              <a:t>Secondary Mushroom Dataset (ID 848).</a:t>
            </a:r>
            <a:r>
              <a:rPr lang="en-US" dirty="0"/>
              <a:t> Available at:</a:t>
            </a:r>
            <a:br>
              <a:rPr lang="en-US" dirty="0"/>
            </a:br>
            <a:r>
              <a:rPr lang="en-US" dirty="0">
                <a:hlinkClick r:id="rId2"/>
              </a:rPr>
              <a:t>https://archive.ics.uci.edu/dataset/848/secondary+mushroom+dataset</a:t>
            </a:r>
            <a:endParaRPr lang="en-US" dirty="0"/>
          </a:p>
          <a:p>
            <a:endParaRPr lang="it-IT" sz="2400" b="1" dirty="0">
              <a:latin typeface="+mj-lt"/>
            </a:endParaRPr>
          </a:p>
          <a:p>
            <a:r>
              <a:rPr lang="it-IT" sz="2400" b="1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124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2537AF-5604-00E0-ED06-1345D420C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12" y="933271"/>
            <a:ext cx="9928376" cy="2049415"/>
          </a:xfrm>
        </p:spPr>
        <p:txBody>
          <a:bodyPr>
            <a:normAutofit fontScale="90000"/>
          </a:bodyPr>
          <a:lstStyle/>
          <a:p>
            <a:pPr algn="l"/>
            <a:r>
              <a:rPr lang="it-IT" sz="2400" dirty="0" err="1"/>
              <a:t>Problem</a:t>
            </a:r>
            <a:r>
              <a:rPr lang="it-IT" sz="2400" dirty="0"/>
              <a:t> </a:t>
            </a:r>
            <a:r>
              <a:rPr lang="it-IT" sz="2400" dirty="0" err="1"/>
              <a:t>description</a:t>
            </a:r>
            <a:r>
              <a:rPr lang="it-IT" sz="2400" dirty="0"/>
              <a:t> &amp; </a:t>
            </a:r>
            <a:r>
              <a:rPr lang="it-IT" sz="2400" dirty="0" err="1"/>
              <a:t>motivation</a:t>
            </a:r>
            <a:br>
              <a:rPr lang="it-IT" sz="2400" dirty="0"/>
            </a:br>
            <a:br>
              <a:rPr lang="it-IT" sz="2400" dirty="0"/>
            </a:br>
            <a:br>
              <a:rPr lang="it-IT" sz="2400" dirty="0"/>
            </a:br>
            <a:r>
              <a:rPr lang="en-US" sz="2200" dirty="0">
                <a:latin typeface="+mn-lt"/>
              </a:rPr>
              <a:t>Goal:</a:t>
            </a:r>
            <a:br>
              <a:rPr lang="en-US" sz="2200" dirty="0"/>
            </a:br>
            <a:br>
              <a:rPr lang="en-US" sz="2400" dirty="0"/>
            </a:br>
            <a:r>
              <a:rPr lang="en-US" sz="2000" b="0" dirty="0">
                <a:effectLst/>
                <a:latin typeface="+mn-lt"/>
              </a:rPr>
              <a:t>Predict whether a mushroom is edible (e) or poisonous (p) from attribute-based (tabular) descriptors.</a:t>
            </a:r>
            <a:endParaRPr lang="it-IT" sz="2000" b="0" dirty="0">
              <a:effectLst/>
              <a:latin typeface="+mn-lt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1961EE3-D4BC-AC53-531F-51B03ED62443}"/>
              </a:ext>
            </a:extLst>
          </p:cNvPr>
          <p:cNvSpPr txBox="1"/>
          <p:nvPr/>
        </p:nvSpPr>
        <p:spPr>
          <a:xfrm>
            <a:off x="1131812" y="3429000"/>
            <a:ext cx="992837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/>
              <a:t>Why</a:t>
            </a:r>
            <a:r>
              <a:rPr lang="it-IT" sz="2000" b="1" dirty="0"/>
              <a:t> a New Dataset?</a:t>
            </a:r>
          </a:p>
          <a:p>
            <a:br>
              <a:rPr lang="en-US" dirty="0"/>
            </a:br>
            <a:r>
              <a:rPr lang="en-US" dirty="0"/>
              <a:t>The classic UCI 1987 mushroom dataset is widely used but is </a:t>
            </a:r>
            <a:r>
              <a:rPr lang="en-US" b="1" dirty="0"/>
              <a:t>limited in diversity</a:t>
            </a:r>
            <a:r>
              <a:rPr lang="en-US" dirty="0"/>
              <a:t> (few species/families) and can make the task appear “too easy”; the </a:t>
            </a:r>
            <a:r>
              <a:rPr lang="en-US" b="1" dirty="0"/>
              <a:t>Secondary Mushroom Dataset</a:t>
            </a:r>
            <a:r>
              <a:rPr lang="en-US" dirty="0"/>
              <a:t> was created to be a </a:t>
            </a:r>
            <a:r>
              <a:rPr lang="en-US" b="1" dirty="0"/>
              <a:t>more realistic, broader benchmark</a:t>
            </a:r>
            <a:r>
              <a:rPr lang="en-US" dirty="0"/>
              <a:t> using a reproducible workflow.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040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61D13D-C626-AC6B-D5BC-3A02246DEEBA}"/>
              </a:ext>
            </a:extLst>
          </p:cNvPr>
          <p:cNvSpPr txBox="1"/>
          <p:nvPr/>
        </p:nvSpPr>
        <p:spPr>
          <a:xfrm>
            <a:off x="919842" y="1597729"/>
            <a:ext cx="1035231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Dataset Overview &amp; Key Challenges</a:t>
            </a:r>
          </a:p>
          <a:p>
            <a:endParaRPr lang="en-US" sz="2400" b="1" dirty="0">
              <a:latin typeface="+mj-lt"/>
            </a:endParaRPr>
          </a:p>
          <a:p>
            <a:r>
              <a:rPr lang="en-US" sz="2000" b="1" dirty="0"/>
              <a:t>Secondary Mushroom Dataset (UCI):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Binary target: </a:t>
            </a:r>
            <a:r>
              <a:rPr lang="en-US" b="1" dirty="0"/>
              <a:t>edible (e)</a:t>
            </a:r>
            <a:r>
              <a:rPr lang="en-US" dirty="0"/>
              <a:t> vs </a:t>
            </a:r>
            <a:r>
              <a:rPr lang="en-US" b="1" dirty="0"/>
              <a:t>poisonous (p)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Created from a curated “primary” dataset and </a:t>
            </a:r>
            <a:r>
              <a:rPr lang="en-US" b="1" dirty="0"/>
              <a:t>simulated</a:t>
            </a:r>
            <a:r>
              <a:rPr lang="en-US" dirty="0"/>
              <a:t> into a larger “secondary”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Reported to be </a:t>
            </a:r>
            <a:r>
              <a:rPr lang="en-US" b="1" dirty="0"/>
              <a:t>not linearly separable</a:t>
            </a:r>
            <a:r>
              <a:rPr lang="en-US" dirty="0"/>
              <a:t>; </a:t>
            </a:r>
            <a:r>
              <a:rPr lang="en-US" b="1" dirty="0"/>
              <a:t>tree ensembles</a:t>
            </a:r>
            <a:r>
              <a:rPr lang="en-US" dirty="0"/>
              <a:t> perform strongly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/>
              <a:t>Key 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Look-alike species:</a:t>
            </a:r>
            <a:r>
              <a:rPr lang="en-US" dirty="0"/>
              <a:t> small attribute differences can change the label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Mostly categorical features:</a:t>
            </a:r>
            <a:r>
              <a:rPr lang="en-US" dirty="0"/>
              <a:t> requires careful preprocessing/encoding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Non-linear interactions:</a:t>
            </a:r>
            <a:r>
              <a:rPr lang="en-US" dirty="0"/>
              <a:t> effective models must capture feature interactions</a:t>
            </a:r>
          </a:p>
        </p:txBody>
      </p:sp>
    </p:spTree>
    <p:extLst>
      <p:ext uri="{BB962C8B-B14F-4D97-AF65-F5344CB8AC3E}">
        <p14:creationId xmlns:p14="http://schemas.microsoft.com/office/powerpoint/2010/main" val="20661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6791842-2A02-14A4-1C90-5B45D13FFBD9}"/>
              </a:ext>
            </a:extLst>
          </p:cNvPr>
          <p:cNvSpPr txBox="1"/>
          <p:nvPr/>
        </p:nvSpPr>
        <p:spPr>
          <a:xfrm>
            <a:off x="881742" y="508663"/>
            <a:ext cx="599802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+mj-lt"/>
              </a:rPr>
              <a:t>Dataset </a:t>
            </a:r>
            <a:r>
              <a:rPr lang="it-IT" sz="2400" b="1" dirty="0" err="1">
                <a:latin typeface="+mj-lt"/>
              </a:rPr>
              <a:t>statistics</a:t>
            </a:r>
            <a:r>
              <a:rPr lang="it-IT" sz="2400" b="1" dirty="0">
                <a:latin typeface="+mj-lt"/>
              </a:rPr>
              <a:t>:</a:t>
            </a:r>
          </a:p>
          <a:p>
            <a:endParaRPr lang="it-IT" sz="2400" b="1" dirty="0">
              <a:latin typeface="+mj-lt"/>
            </a:endParaRPr>
          </a:p>
          <a:p>
            <a:endParaRPr lang="it-IT" sz="2400" b="1" dirty="0">
              <a:latin typeface="+mj-lt"/>
            </a:endParaRPr>
          </a:p>
          <a:p>
            <a:r>
              <a:rPr lang="en-US" sz="2000" b="1" dirty="0"/>
              <a:t>Dataset size: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Rows: </a:t>
            </a:r>
            <a:r>
              <a:rPr lang="en-US" sz="2000" b="1" dirty="0"/>
              <a:t>61,069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Columns: </a:t>
            </a:r>
            <a:r>
              <a:rPr lang="en-US" sz="2000" b="1" dirty="0"/>
              <a:t>21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r>
              <a:rPr lang="en-US" sz="2000" b="1" dirty="0"/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Target: class ∈ {e, p}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Numeric: </a:t>
            </a:r>
            <a:r>
              <a:rPr lang="en-US" sz="2000" i="1" dirty="0"/>
              <a:t>cap-diameter, stem-height, stem-width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Categorical: Remaining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Class Balance: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 err="1"/>
              <a:t>edible</a:t>
            </a:r>
            <a:r>
              <a:rPr lang="it-IT" sz="2000" dirty="0"/>
              <a:t> (e): </a:t>
            </a:r>
            <a:r>
              <a:rPr lang="it-IT" sz="2000" b="1" dirty="0"/>
              <a:t>27,181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 err="1"/>
              <a:t>poisonous</a:t>
            </a:r>
            <a:r>
              <a:rPr lang="it-IT" sz="2000" dirty="0"/>
              <a:t> (p): </a:t>
            </a:r>
            <a:r>
              <a:rPr lang="it-IT" sz="2000" b="1" dirty="0"/>
              <a:t>33,742</a:t>
            </a:r>
            <a:endParaRPr lang="en-US" sz="2000" dirty="0"/>
          </a:p>
          <a:p>
            <a:endParaRPr lang="it-IT" sz="2400" b="1" dirty="0">
              <a:latin typeface="+mj-lt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4942958-9064-91BE-B56B-B90AE2B90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215" y="1186218"/>
            <a:ext cx="5174264" cy="448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8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6138B5F-C9C1-8E10-6BAB-F74CE5D4BF5A}"/>
              </a:ext>
            </a:extLst>
          </p:cNvPr>
          <p:cNvSpPr txBox="1"/>
          <p:nvPr/>
        </p:nvSpPr>
        <p:spPr>
          <a:xfrm>
            <a:off x="1046389" y="664030"/>
            <a:ext cx="10099222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1" dirty="0" err="1">
                <a:latin typeface="+mj-lt"/>
              </a:rPr>
              <a:t>Experimental</a:t>
            </a:r>
            <a:r>
              <a:rPr lang="it-IT" sz="2400" b="1" dirty="0">
                <a:latin typeface="+mj-lt"/>
              </a:rPr>
              <a:t> Setting:</a:t>
            </a:r>
          </a:p>
          <a:p>
            <a:pPr>
              <a:buNone/>
            </a:pPr>
            <a:endParaRPr lang="it-IT" b="1" dirty="0"/>
          </a:p>
          <a:p>
            <a:pPr>
              <a:buNone/>
            </a:pPr>
            <a:r>
              <a:rPr lang="it-IT" b="1" dirty="0"/>
              <a:t>Environment: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Google </a:t>
            </a:r>
            <a:r>
              <a:rPr lang="it-IT" dirty="0" err="1"/>
              <a:t>Colab</a:t>
            </a:r>
            <a:endParaRPr lang="it-IT" dirty="0"/>
          </a:p>
          <a:p>
            <a:endParaRPr lang="it-IT" dirty="0"/>
          </a:p>
          <a:p>
            <a:r>
              <a:rPr lang="it-IT" b="1" dirty="0"/>
              <a:t>Compute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CPU: </a:t>
            </a:r>
            <a:r>
              <a:rPr lang="it-IT" b="1" dirty="0"/>
              <a:t>2 </a:t>
            </a:r>
            <a:r>
              <a:rPr lang="it-IT" b="1" dirty="0" err="1"/>
              <a:t>vCPUs</a:t>
            </a:r>
            <a:r>
              <a:rPr lang="it-IT" dirty="0"/>
              <a:t> (Intel Xeon @ </a:t>
            </a:r>
            <a:r>
              <a:rPr lang="it-IT" b="1" dirty="0"/>
              <a:t>2.20 GHz</a:t>
            </a:r>
            <a:r>
              <a:rPr lang="it-IT" dirty="0"/>
              <a:t>, x86_64)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Virtualization</a:t>
            </a:r>
            <a:r>
              <a:rPr lang="it-IT" dirty="0"/>
              <a:t>: </a:t>
            </a:r>
            <a:r>
              <a:rPr lang="it-IT" b="1" dirty="0"/>
              <a:t>KVM</a:t>
            </a:r>
            <a:endParaRPr lang="it-IT" dirty="0"/>
          </a:p>
          <a:p>
            <a:endParaRPr lang="it-IT" dirty="0"/>
          </a:p>
          <a:p>
            <a:pPr>
              <a:buNone/>
            </a:pPr>
            <a:r>
              <a:rPr lang="it-IT" b="1" dirty="0"/>
              <a:t>Memory:</a:t>
            </a:r>
            <a:endParaRPr lang="it-IT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altLang="it-IT" dirty="0">
                <a:latin typeface="Arial" panose="020B0604020202020204" pitchFamily="34" charset="0"/>
              </a:rPr>
              <a:t>VM RAM: </a:t>
            </a:r>
            <a:r>
              <a:rPr lang="it-IT" altLang="it-IT" b="1" dirty="0">
                <a:latin typeface="Arial" panose="020B0604020202020204" pitchFamily="34" charset="0"/>
              </a:rPr>
              <a:t>~12.7 GB</a:t>
            </a:r>
            <a:r>
              <a:rPr lang="it-IT" altLang="it-IT" dirty="0">
                <a:latin typeface="Arial" panose="020B0604020202020204" pitchFamily="34" charset="0"/>
              </a:rPr>
              <a:t> 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altLang="it-IT" dirty="0">
                <a:latin typeface="Arial" panose="020B0604020202020204" pitchFamily="34" charset="0"/>
              </a:rPr>
              <a:t>Peak </a:t>
            </a:r>
            <a:r>
              <a:rPr lang="it-IT" altLang="it-IT" dirty="0" err="1">
                <a:latin typeface="Arial" panose="020B0604020202020204" pitchFamily="34" charset="0"/>
              </a:rPr>
              <a:t>observed</a:t>
            </a:r>
            <a:r>
              <a:rPr lang="it-IT" altLang="it-IT" dirty="0">
                <a:latin typeface="Arial" panose="020B0604020202020204" pitchFamily="34" charset="0"/>
              </a:rPr>
              <a:t> </a:t>
            </a:r>
            <a:r>
              <a:rPr lang="it-IT" altLang="it-IT" dirty="0" err="1">
                <a:latin typeface="Arial" panose="020B0604020202020204" pitchFamily="34" charset="0"/>
              </a:rPr>
              <a:t>usage</a:t>
            </a:r>
            <a:r>
              <a:rPr lang="it-IT" altLang="it-IT" dirty="0">
                <a:latin typeface="Arial" panose="020B0604020202020204" pitchFamily="34" charset="0"/>
              </a:rPr>
              <a:t> </a:t>
            </a:r>
            <a:r>
              <a:rPr lang="it-IT" altLang="it-IT" dirty="0" err="1">
                <a:latin typeface="Arial" panose="020B0604020202020204" pitchFamily="34" charset="0"/>
              </a:rPr>
              <a:t>during</a:t>
            </a:r>
            <a:r>
              <a:rPr lang="it-IT" altLang="it-IT" dirty="0">
                <a:latin typeface="Arial" panose="020B0604020202020204" pitchFamily="34" charset="0"/>
              </a:rPr>
              <a:t> </a:t>
            </a:r>
            <a:r>
              <a:rPr lang="it-IT" altLang="it-IT" dirty="0" err="1">
                <a:latin typeface="Arial" panose="020B0604020202020204" pitchFamily="34" charset="0"/>
              </a:rPr>
              <a:t>runs</a:t>
            </a:r>
            <a:r>
              <a:rPr lang="it-IT" altLang="it-IT" dirty="0">
                <a:latin typeface="Arial" panose="020B0604020202020204" pitchFamily="34" charset="0"/>
              </a:rPr>
              <a:t>: </a:t>
            </a:r>
            <a:r>
              <a:rPr lang="it-IT" altLang="it-IT" b="1" dirty="0">
                <a:latin typeface="Arial" panose="020B0604020202020204" pitchFamily="34" charset="0"/>
              </a:rPr>
              <a:t>~3.2 GB</a:t>
            </a:r>
            <a:endParaRPr lang="it-IT" altLang="it-IT" dirty="0">
              <a:latin typeface="Arial" panose="020B0604020202020204" pitchFamily="34" charset="0"/>
            </a:endParaRPr>
          </a:p>
          <a:p>
            <a:endParaRPr lang="it-IT" b="1" dirty="0"/>
          </a:p>
          <a:p>
            <a:r>
              <a:rPr lang="en-US" b="1" dirty="0"/>
              <a:t>Tools: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PySpark</a:t>
            </a:r>
            <a:r>
              <a:rPr lang="en-US" dirty="0"/>
              <a:t> / Spark ML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Numpy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81771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3D0454-177D-31DE-6642-22220774EC52}"/>
              </a:ext>
            </a:extLst>
          </p:cNvPr>
          <p:cNvSpPr txBox="1"/>
          <p:nvPr/>
        </p:nvSpPr>
        <p:spPr>
          <a:xfrm>
            <a:off x="644859" y="825036"/>
            <a:ext cx="63082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 err="1">
                <a:latin typeface="+mj-lt"/>
              </a:rPr>
              <a:t>Numerical</a:t>
            </a:r>
            <a:r>
              <a:rPr lang="it-IT" sz="2400" b="1" dirty="0">
                <a:latin typeface="+mj-lt"/>
              </a:rPr>
              <a:t> </a:t>
            </a:r>
            <a:r>
              <a:rPr lang="it-IT" sz="2400" b="1" dirty="0" err="1">
                <a:latin typeface="+mj-lt"/>
              </a:rPr>
              <a:t>Correlation</a:t>
            </a:r>
            <a:r>
              <a:rPr lang="it-IT" sz="2400" b="1" dirty="0">
                <a:latin typeface="+mj-lt"/>
              </a:rPr>
              <a:t> </a:t>
            </a:r>
            <a:r>
              <a:rPr lang="it-IT" sz="2400" b="1" dirty="0" err="1">
                <a:latin typeface="+mj-lt"/>
              </a:rPr>
              <a:t>Heatmap</a:t>
            </a:r>
            <a:endParaRPr lang="it-IT" sz="2400" b="1" dirty="0">
              <a:latin typeface="+mj-lt"/>
            </a:endParaRPr>
          </a:p>
          <a:p>
            <a:endParaRPr lang="it-IT" sz="2400" b="1" dirty="0">
              <a:latin typeface="+mj-lt"/>
            </a:endParaRPr>
          </a:p>
          <a:p>
            <a:endParaRPr lang="en-US" sz="24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Correlation</a:t>
            </a:r>
            <a:r>
              <a:rPr lang="it-IT" dirty="0"/>
              <a:t> </a:t>
            </a:r>
            <a:r>
              <a:rPr lang="it-IT" dirty="0" err="1"/>
              <a:t>heatmap</a:t>
            </a:r>
            <a:r>
              <a:rPr lang="it-IT" dirty="0"/>
              <a:t> for </a:t>
            </a:r>
            <a:r>
              <a:rPr lang="it-IT" b="1" dirty="0"/>
              <a:t>label + </a:t>
            </a:r>
            <a:r>
              <a:rPr lang="it-IT" b="1" dirty="0" err="1"/>
              <a:t>numeric</a:t>
            </a:r>
            <a:r>
              <a:rPr lang="it-IT" b="1" dirty="0"/>
              <a:t> features</a:t>
            </a:r>
            <a:r>
              <a:rPr lang="it-IT" dirty="0"/>
              <a:t> (</a:t>
            </a:r>
            <a:r>
              <a:rPr lang="it-IT" dirty="0" err="1"/>
              <a:t>cap-diameter</a:t>
            </a:r>
            <a:r>
              <a:rPr lang="it-IT" dirty="0"/>
              <a:t>, stem-</a:t>
            </a:r>
            <a:r>
              <a:rPr lang="it-IT" dirty="0" err="1"/>
              <a:t>height</a:t>
            </a:r>
            <a:r>
              <a:rPr lang="it-IT" dirty="0"/>
              <a:t>, stem-</a:t>
            </a:r>
            <a:r>
              <a:rPr lang="it-IT" dirty="0" err="1"/>
              <a:t>width</a:t>
            </a:r>
            <a:r>
              <a:rPr lang="it-IT" dirty="0"/>
              <a:t>).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Label </a:t>
            </a:r>
            <a:r>
              <a:rPr lang="it-IT" b="1" dirty="0" err="1"/>
              <a:t>correlations</a:t>
            </a:r>
            <a:r>
              <a:rPr lang="it-IT" b="1" dirty="0"/>
              <a:t> are </a:t>
            </a:r>
            <a:r>
              <a:rPr lang="it-IT" b="1" dirty="0" err="1"/>
              <a:t>weak</a:t>
            </a:r>
            <a:r>
              <a:rPr lang="it-IT" dirty="0"/>
              <a:t> (≈0.12–0.20) → no strong linear relation with </a:t>
            </a:r>
            <a:r>
              <a:rPr lang="it-IT" dirty="0" err="1"/>
              <a:t>any</a:t>
            </a:r>
            <a:r>
              <a:rPr lang="it-IT" dirty="0"/>
              <a:t> single </a:t>
            </a:r>
            <a:r>
              <a:rPr lang="it-IT" dirty="0" err="1"/>
              <a:t>numeric</a:t>
            </a:r>
            <a:r>
              <a:rPr lang="it-IT" dirty="0"/>
              <a:t> feature.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Strongest</a:t>
            </a:r>
            <a:r>
              <a:rPr lang="it-IT" dirty="0"/>
              <a:t> </a:t>
            </a:r>
            <a:r>
              <a:rPr lang="it-IT" dirty="0" err="1"/>
              <a:t>numeric</a:t>
            </a:r>
            <a:r>
              <a:rPr lang="it-IT" dirty="0"/>
              <a:t> relation: </a:t>
            </a:r>
            <a:r>
              <a:rPr lang="it-IT" b="1" dirty="0" err="1"/>
              <a:t>cap-diameter</a:t>
            </a:r>
            <a:r>
              <a:rPr lang="it-IT" b="1" dirty="0"/>
              <a:t> vs stem-</a:t>
            </a:r>
            <a:r>
              <a:rPr lang="it-IT" b="1" dirty="0" err="1"/>
              <a:t>width</a:t>
            </a:r>
            <a:r>
              <a:rPr lang="it-IT" b="1" dirty="0"/>
              <a:t> ≈ 0.70</a:t>
            </a:r>
            <a:r>
              <a:rPr lang="it-IT" dirty="0"/>
              <a:t>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2A996ED-E65C-725A-B65C-4A5E78FC2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457038"/>
            <a:ext cx="4536741" cy="456957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433C95A-06BB-E1A0-9299-0AE4F7C8C8F3}"/>
              </a:ext>
            </a:extLst>
          </p:cNvPr>
          <p:cNvSpPr txBox="1"/>
          <p:nvPr/>
        </p:nvSpPr>
        <p:spPr>
          <a:xfrm>
            <a:off x="644859" y="5386633"/>
            <a:ext cx="109022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Numeric features alone show </a:t>
            </a:r>
            <a:r>
              <a:rPr lang="en-US" b="1" dirty="0"/>
              <a:t>limited direct linear association</a:t>
            </a:r>
            <a:r>
              <a:rPr lang="en-US" dirty="0"/>
              <a:t> with the class, so classification likely depends on </a:t>
            </a:r>
            <a:r>
              <a:rPr lang="en-US" b="1" dirty="0"/>
              <a:t>non-linear effects and categorical interactions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2541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EA06CCA-DCFC-70A1-4365-166EB86F9C48}"/>
              </a:ext>
            </a:extLst>
          </p:cNvPr>
          <p:cNvSpPr txBox="1"/>
          <p:nvPr/>
        </p:nvSpPr>
        <p:spPr>
          <a:xfrm>
            <a:off x="609601" y="950464"/>
            <a:ext cx="646611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1" dirty="0" err="1">
                <a:latin typeface="+mj-lt"/>
              </a:rPr>
              <a:t>Categorical</a:t>
            </a:r>
            <a:r>
              <a:rPr lang="it-IT" sz="2400" b="1" dirty="0">
                <a:latin typeface="+mj-lt"/>
              </a:rPr>
              <a:t> </a:t>
            </a:r>
            <a:r>
              <a:rPr lang="it-IT" sz="2400" b="1" dirty="0" err="1">
                <a:latin typeface="+mj-lt"/>
              </a:rPr>
              <a:t>Associations</a:t>
            </a:r>
            <a:r>
              <a:rPr lang="it-IT" sz="2400" b="1" dirty="0">
                <a:latin typeface="+mj-lt"/>
              </a:rPr>
              <a:t> (</a:t>
            </a:r>
            <a:r>
              <a:rPr lang="it-IT" sz="2400" b="1" dirty="0" err="1">
                <a:latin typeface="+mj-lt"/>
              </a:rPr>
              <a:t>Cramér’s</a:t>
            </a:r>
            <a:r>
              <a:rPr lang="it-IT" sz="2400" b="1" dirty="0">
                <a:latin typeface="+mj-lt"/>
              </a:rPr>
              <a:t> V)</a:t>
            </a:r>
          </a:p>
          <a:p>
            <a:pPr>
              <a:buNone/>
            </a:pPr>
            <a:endParaRPr lang="it-IT" b="1" dirty="0"/>
          </a:p>
          <a:p>
            <a:pPr>
              <a:buNone/>
            </a:pP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Full </a:t>
            </a:r>
            <a:r>
              <a:rPr lang="it-IT" b="1" dirty="0" err="1"/>
              <a:t>pairwise</a:t>
            </a:r>
            <a:r>
              <a:rPr lang="it-IT" b="1" dirty="0"/>
              <a:t> </a:t>
            </a:r>
            <a:r>
              <a:rPr lang="it-IT" b="1" dirty="0" err="1"/>
              <a:t>Cramér’s</a:t>
            </a:r>
            <a:r>
              <a:rPr lang="it-IT" b="1" dirty="0"/>
              <a:t> V</a:t>
            </a:r>
            <a:r>
              <a:rPr lang="it-IT" dirty="0"/>
              <a:t> </a:t>
            </a:r>
            <a:r>
              <a:rPr lang="it-IT" dirty="0" err="1"/>
              <a:t>matrix</a:t>
            </a:r>
            <a:r>
              <a:rPr lang="it-IT" dirty="0"/>
              <a:t> for </a:t>
            </a:r>
            <a:r>
              <a:rPr lang="it-IT" dirty="0" err="1"/>
              <a:t>categorical</a:t>
            </a:r>
            <a:r>
              <a:rPr lang="it-IT" dirty="0"/>
              <a:t> features (</a:t>
            </a:r>
            <a:r>
              <a:rPr lang="it-IT" b="1" dirty="0"/>
              <a:t>0–1 </a:t>
            </a:r>
            <a:r>
              <a:rPr lang="it-IT" b="1" dirty="0" err="1"/>
              <a:t>association</a:t>
            </a:r>
            <a:r>
              <a:rPr lang="it-IT" dirty="0"/>
              <a:t>).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Clear clusters: </a:t>
            </a:r>
            <a:r>
              <a:rPr lang="it-IT" b="1" dirty="0"/>
              <a:t>gill features</a:t>
            </a:r>
            <a:r>
              <a:rPr lang="it-IT" dirty="0"/>
              <a:t>, </a:t>
            </a:r>
            <a:r>
              <a:rPr lang="it-IT" b="1" dirty="0" err="1"/>
              <a:t>veil-type</a:t>
            </a:r>
            <a:r>
              <a:rPr lang="it-IT" b="1" dirty="0"/>
              <a:t> ↔ </a:t>
            </a:r>
            <a:r>
              <a:rPr lang="it-IT" b="1" dirty="0" err="1"/>
              <a:t>veil</a:t>
            </a:r>
            <a:r>
              <a:rPr lang="it-IT" b="1" dirty="0"/>
              <a:t>-color</a:t>
            </a:r>
            <a:r>
              <a:rPr lang="it-IT" dirty="0"/>
              <a:t>, </a:t>
            </a:r>
            <a:r>
              <a:rPr lang="it-IT" b="1" dirty="0" err="1"/>
              <a:t>has</a:t>
            </a:r>
            <a:r>
              <a:rPr lang="it-IT" b="1" dirty="0"/>
              <a:t>-ring ↔ ring-</a:t>
            </a:r>
            <a:r>
              <a:rPr lang="it-IT" b="1" dirty="0" err="1"/>
              <a:t>type</a:t>
            </a:r>
            <a:r>
              <a:rPr lang="it-IT" dirty="0"/>
              <a:t> (</a:t>
            </a:r>
            <a:r>
              <a:rPr lang="it-IT" dirty="0" err="1"/>
              <a:t>strongest</a:t>
            </a:r>
            <a:r>
              <a:rPr lang="it-IT" dirty="0"/>
              <a:t>).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pairs</a:t>
            </a:r>
            <a:r>
              <a:rPr lang="it-IT" dirty="0"/>
              <a:t> are </a:t>
            </a:r>
            <a:r>
              <a:rPr lang="it-IT" dirty="0" err="1"/>
              <a:t>weak</a:t>
            </a:r>
            <a:r>
              <a:rPr lang="it-IT" dirty="0"/>
              <a:t> → features provide </a:t>
            </a:r>
            <a:r>
              <a:rPr lang="it-IT" dirty="0" err="1"/>
              <a:t>mostly</a:t>
            </a:r>
            <a:r>
              <a:rPr lang="it-IT" dirty="0"/>
              <a:t> </a:t>
            </a:r>
            <a:r>
              <a:rPr lang="it-IT" dirty="0" err="1"/>
              <a:t>complementary</a:t>
            </a:r>
            <a:r>
              <a:rPr lang="it-IT" dirty="0"/>
              <a:t> information.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CFEB04E-0072-EE93-A5C3-72FFADE96072}"/>
              </a:ext>
            </a:extLst>
          </p:cNvPr>
          <p:cNvSpPr txBox="1"/>
          <p:nvPr/>
        </p:nvSpPr>
        <p:spPr>
          <a:xfrm>
            <a:off x="609601" y="4984206"/>
            <a:ext cx="103740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Most categorical pairs show weak–moderate association, but a few strong clusters exist (e.g., ring and veil features), suggesting classification benefits from models that capture non-linear feature interactions.”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DC1E81A-E9EA-71E3-6CA9-EDB271195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1" y="685799"/>
            <a:ext cx="4515041" cy="401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632B541F-213E-46DD-887D-906B3D48ECAE}"/>
              </a:ext>
            </a:extLst>
          </p:cNvPr>
          <p:cNvSpPr txBox="1"/>
          <p:nvPr/>
        </p:nvSpPr>
        <p:spPr>
          <a:xfrm>
            <a:off x="887185" y="675470"/>
            <a:ext cx="9911443" cy="3874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1" dirty="0">
                <a:latin typeface="+mj-lt"/>
              </a:rPr>
              <a:t>Data </a:t>
            </a:r>
            <a:r>
              <a:rPr lang="it-IT" sz="2400" b="1" dirty="0" err="1">
                <a:latin typeface="+mj-lt"/>
              </a:rPr>
              <a:t>preprocessing</a:t>
            </a:r>
            <a:r>
              <a:rPr lang="it-IT" sz="2400" b="1" dirty="0">
                <a:latin typeface="+mj-lt"/>
              </a:rPr>
              <a:t> pipeline (Spark ML):</a:t>
            </a:r>
          </a:p>
          <a:p>
            <a:pPr>
              <a:buNone/>
            </a:pPr>
            <a:endParaRPr lang="it-IT" b="1" dirty="0"/>
          </a:p>
          <a:p>
            <a:pPr>
              <a:buNone/>
            </a:pPr>
            <a:r>
              <a:rPr lang="it-IT" b="1" dirty="0"/>
              <a:t>Steps:</a:t>
            </a:r>
            <a:endParaRPr lang="it-IT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/>
              <a:t>Load </a:t>
            </a:r>
            <a:r>
              <a:rPr lang="it-IT" dirty="0">
                <a:latin typeface="Courier New" panose="02070309020205020404" pitchFamily="49" charset="0"/>
              </a:rPr>
              <a:t>secondary_data.csv</a:t>
            </a:r>
            <a:r>
              <a:rPr lang="it-IT" dirty="0"/>
              <a:t> (separator </a:t>
            </a:r>
            <a:r>
              <a:rPr lang="it-IT" dirty="0">
                <a:latin typeface="Courier New" panose="02070309020205020404" pitchFamily="49" charset="0"/>
              </a:rPr>
              <a:t>;</a:t>
            </a:r>
            <a:r>
              <a:rPr lang="it-IT" dirty="0"/>
              <a:t>, schema </a:t>
            </a:r>
            <a:r>
              <a:rPr lang="it-IT" dirty="0" err="1"/>
              <a:t>inference</a:t>
            </a:r>
            <a:r>
              <a:rPr lang="it-IT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 err="1"/>
              <a:t>Remove</a:t>
            </a:r>
            <a:r>
              <a:rPr lang="it-IT" dirty="0"/>
              <a:t> </a:t>
            </a:r>
            <a:r>
              <a:rPr lang="it-IT" dirty="0" err="1"/>
              <a:t>duplicates</a:t>
            </a:r>
            <a:r>
              <a:rPr lang="it-IT" dirty="0"/>
              <a:t> (</a:t>
            </a:r>
            <a:r>
              <a:rPr lang="it-IT" dirty="0" err="1"/>
              <a:t>found</a:t>
            </a:r>
            <a:r>
              <a:rPr lang="it-IT" dirty="0"/>
              <a:t> </a:t>
            </a:r>
            <a:r>
              <a:rPr lang="it-IT" b="1" dirty="0"/>
              <a:t>146 </a:t>
            </a:r>
            <a:r>
              <a:rPr lang="it-IT" b="1" dirty="0" err="1"/>
              <a:t>duplicates</a:t>
            </a:r>
            <a:r>
              <a:rPr lang="it-IT" dirty="0"/>
              <a:t>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dropped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/>
              <a:t>Handle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values</a:t>
            </a:r>
            <a:endParaRPr lang="it-IT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 err="1"/>
              <a:t>Encode</a:t>
            </a:r>
            <a:r>
              <a:rPr lang="it-IT" dirty="0"/>
              <a:t> </a:t>
            </a:r>
            <a:r>
              <a:rPr lang="it-IT" dirty="0" err="1"/>
              <a:t>categorical</a:t>
            </a:r>
            <a:r>
              <a:rPr lang="it-IT" dirty="0"/>
              <a:t> features: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 err="1">
                <a:latin typeface="Courier New" panose="02070309020205020404" pitchFamily="49" charset="0"/>
              </a:rPr>
              <a:t>StringIndexer</a:t>
            </a:r>
            <a:r>
              <a:rPr lang="it-IT" dirty="0"/>
              <a:t> → </a:t>
            </a:r>
            <a:r>
              <a:rPr lang="it-IT" dirty="0" err="1">
                <a:latin typeface="Courier New" panose="02070309020205020404" pitchFamily="49" charset="0"/>
              </a:rPr>
              <a:t>OneHotEncoder</a:t>
            </a:r>
            <a:endParaRPr lang="it-IT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 err="1"/>
              <a:t>Assemble</a:t>
            </a:r>
            <a:r>
              <a:rPr lang="it-IT" dirty="0"/>
              <a:t> feature </a:t>
            </a:r>
            <a:r>
              <a:rPr lang="it-IT" dirty="0" err="1"/>
              <a:t>vector</a:t>
            </a:r>
            <a:r>
              <a:rPr lang="it-IT" dirty="0"/>
              <a:t> (</a:t>
            </a:r>
            <a:r>
              <a:rPr lang="it-IT" dirty="0" err="1">
                <a:latin typeface="Courier New" panose="02070309020205020404" pitchFamily="49" charset="0"/>
              </a:rPr>
              <a:t>VectorAssembler</a:t>
            </a:r>
            <a:r>
              <a:rPr lang="it-IT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/>
              <a:t>Train/test split (80/20)</a:t>
            </a:r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B7DB8206-46E0-E4CA-4139-B70A39A49E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9694667"/>
              </p:ext>
            </p:extLst>
          </p:nvPr>
        </p:nvGraphicFramePr>
        <p:xfrm>
          <a:off x="887185" y="4245429"/>
          <a:ext cx="10727872" cy="2241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108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B0C26B5-57F9-44BC-F0E7-15BFD053E771}"/>
              </a:ext>
            </a:extLst>
          </p:cNvPr>
          <p:cNvSpPr txBox="1"/>
          <p:nvPr/>
        </p:nvSpPr>
        <p:spPr>
          <a:xfrm>
            <a:off x="849085" y="664028"/>
            <a:ext cx="993865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1" dirty="0">
                <a:latin typeface="+mj-lt"/>
              </a:rPr>
              <a:t>Tree-</a:t>
            </a:r>
            <a:r>
              <a:rPr lang="it-IT" sz="2400" b="1" dirty="0" err="1">
                <a:latin typeface="+mj-lt"/>
              </a:rPr>
              <a:t>based</a:t>
            </a:r>
            <a:r>
              <a:rPr lang="it-IT" sz="2400" b="1" dirty="0">
                <a:latin typeface="+mj-lt"/>
              </a:rPr>
              <a:t> Models (Course Project)</a:t>
            </a:r>
          </a:p>
          <a:p>
            <a:pPr>
              <a:buNone/>
            </a:pPr>
            <a:endParaRPr lang="it-IT" b="1" dirty="0"/>
          </a:p>
          <a:p>
            <a:pPr>
              <a:buNone/>
            </a:pPr>
            <a:endParaRPr lang="it-IT" b="1" dirty="0"/>
          </a:p>
          <a:p>
            <a:pPr>
              <a:buNone/>
            </a:pPr>
            <a:r>
              <a:rPr lang="it-IT" b="1" dirty="0"/>
              <a:t>Models: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Decision</a:t>
            </a:r>
            <a:r>
              <a:rPr lang="it-IT" dirty="0"/>
              <a:t> Tree (</a:t>
            </a:r>
            <a:r>
              <a:rPr lang="it-IT" dirty="0" err="1"/>
              <a:t>maxDepth</a:t>
            </a:r>
            <a:r>
              <a:rPr lang="it-IT" dirty="0"/>
              <a:t>=20)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Random </a:t>
            </a:r>
            <a:r>
              <a:rPr lang="it-IT" dirty="0" err="1"/>
              <a:t>Forest</a:t>
            </a:r>
            <a:r>
              <a:rPr lang="it-IT" dirty="0"/>
              <a:t> (</a:t>
            </a:r>
            <a:r>
              <a:rPr lang="it-IT" dirty="0" err="1"/>
              <a:t>maxDepth</a:t>
            </a:r>
            <a:r>
              <a:rPr lang="it-IT" dirty="0"/>
              <a:t>=12)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Gradient-Boosted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 (</a:t>
            </a:r>
            <a:r>
              <a:rPr lang="it-IT" dirty="0" err="1"/>
              <a:t>maxDepth</a:t>
            </a:r>
            <a:r>
              <a:rPr lang="it-IT" dirty="0"/>
              <a:t>=8, </a:t>
            </a:r>
            <a:r>
              <a:rPr lang="it-IT" dirty="0" err="1"/>
              <a:t>maxIter</a:t>
            </a:r>
            <a:r>
              <a:rPr lang="it-IT" dirty="0"/>
              <a:t>=100, </a:t>
            </a:r>
            <a:r>
              <a:rPr lang="it-IT" dirty="0" err="1"/>
              <a:t>stepSize</a:t>
            </a:r>
            <a:r>
              <a:rPr lang="it-IT" dirty="0"/>
              <a:t>=0.1)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dirty="0"/>
              <a:t>Test-set performance (from </a:t>
            </a:r>
            <a:r>
              <a:rPr lang="it-IT" b="1" dirty="0" err="1"/>
              <a:t>your</a:t>
            </a:r>
            <a:r>
              <a:rPr lang="it-IT" b="1" dirty="0"/>
              <a:t> notebook outputs):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Decision</a:t>
            </a:r>
            <a:r>
              <a:rPr lang="it-IT" dirty="0"/>
              <a:t> Tree: </a:t>
            </a:r>
            <a:r>
              <a:rPr lang="it-IT" b="1" dirty="0"/>
              <a:t>99.792%</a:t>
            </a:r>
            <a:r>
              <a:rPr lang="it-IT" dirty="0"/>
              <a:t>, F1 </a:t>
            </a:r>
            <a:r>
              <a:rPr lang="it-IT" b="1" dirty="0"/>
              <a:t>0.99792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Random </a:t>
            </a:r>
            <a:r>
              <a:rPr lang="it-IT" dirty="0" err="1"/>
              <a:t>Forest</a:t>
            </a:r>
            <a:r>
              <a:rPr lang="it-IT" dirty="0"/>
              <a:t>: </a:t>
            </a:r>
            <a:r>
              <a:rPr lang="it-IT" b="1" dirty="0"/>
              <a:t>99.250%</a:t>
            </a:r>
            <a:r>
              <a:rPr lang="it-IT" dirty="0"/>
              <a:t>, F1 </a:t>
            </a:r>
            <a:r>
              <a:rPr lang="it-IT" b="1" dirty="0"/>
              <a:t>0.99250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Gradient-Boosted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: </a:t>
            </a:r>
            <a:r>
              <a:rPr lang="it-IT" b="1" dirty="0"/>
              <a:t>99.975%</a:t>
            </a:r>
            <a:r>
              <a:rPr lang="it-IT" dirty="0"/>
              <a:t>, F1 </a:t>
            </a:r>
            <a:r>
              <a:rPr lang="it-IT" b="1" dirty="0"/>
              <a:t>0.99975</a:t>
            </a:r>
            <a:r>
              <a:rPr lang="it-IT" dirty="0"/>
              <a:t> (best)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Tree ensembles dominate → </a:t>
            </a:r>
            <a:r>
              <a:rPr lang="it-IT" dirty="0" err="1"/>
              <a:t>consistent</a:t>
            </a:r>
            <a:r>
              <a:rPr lang="it-IT" dirty="0"/>
              <a:t> with the </a:t>
            </a:r>
            <a:r>
              <a:rPr lang="it-IT" dirty="0" err="1"/>
              <a:t>paper’s</a:t>
            </a:r>
            <a:r>
              <a:rPr lang="it-IT" dirty="0"/>
              <a:t> </a:t>
            </a:r>
            <a:r>
              <a:rPr lang="it-IT" dirty="0" err="1"/>
              <a:t>claim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dataset benefits from </a:t>
            </a:r>
            <a:r>
              <a:rPr lang="it-IT" b="1" dirty="0"/>
              <a:t>non-linear</a:t>
            </a:r>
            <a:r>
              <a:rPr lang="it-IT" dirty="0"/>
              <a:t>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boundaries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2179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5153083-9BA1-DC57-A3A6-BA8C6CC0E5D3}"/>
              </a:ext>
            </a:extLst>
          </p:cNvPr>
          <p:cNvSpPr txBox="1"/>
          <p:nvPr/>
        </p:nvSpPr>
        <p:spPr>
          <a:xfrm>
            <a:off x="761683" y="5256350"/>
            <a:ext cx="10668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Decision Tree, Random Forest, and Gradient-Boosted Tree all achieve </a:t>
            </a:r>
            <a:r>
              <a:rPr lang="en-US" b="1" dirty="0"/>
              <a:t>near-perfect test performance</a:t>
            </a:r>
            <a:r>
              <a:rPr lang="en-US" dirty="0"/>
              <a:t> (Accuracy/F1 ≈ 1.0), with </a:t>
            </a:r>
            <a:r>
              <a:rPr lang="en-US" b="1" dirty="0"/>
              <a:t>GBT</a:t>
            </a:r>
            <a:r>
              <a:rPr lang="en-US" dirty="0"/>
              <a:t> being marginally the strongest overall.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2A04DF6-DBDD-B0F3-B311-00FD156AB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3" y="722157"/>
            <a:ext cx="10668634" cy="440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85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3AF158C0-E50D-2EE9-CA6F-662052E260F7}"/>
              </a:ext>
            </a:extLst>
          </p:cNvPr>
          <p:cNvSpPr txBox="1"/>
          <p:nvPr/>
        </p:nvSpPr>
        <p:spPr>
          <a:xfrm>
            <a:off x="865414" y="620876"/>
            <a:ext cx="8496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Tree Models: Feature Importances DT vs RF vs GBT </a:t>
            </a:r>
            <a:endParaRPr lang="it-IT" sz="2400" b="1" dirty="0">
              <a:latin typeface="+mj-l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9961BF5-055A-7D75-2648-F089C3D55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581" y="1299367"/>
            <a:ext cx="3864429" cy="363928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3AE0127-74A0-4C23-1560-975DAB92C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67" y="1299367"/>
            <a:ext cx="3570514" cy="3639288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69D1359-9E47-B568-E531-EB728C906DE8}"/>
              </a:ext>
            </a:extLst>
          </p:cNvPr>
          <p:cNvSpPr txBox="1"/>
          <p:nvPr/>
        </p:nvSpPr>
        <p:spPr>
          <a:xfrm>
            <a:off x="517067" y="5155481"/>
            <a:ext cx="11549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Feature importances are largely consistent across the three tree models, with </a:t>
            </a:r>
            <a:r>
              <a:rPr lang="en-US" b="1" dirty="0"/>
              <a:t>cap/gill/stem-related attributes</a:t>
            </a:r>
            <a:r>
              <a:rPr lang="en-US" dirty="0"/>
              <a:t> contributing most to the final decision.</a:t>
            </a:r>
            <a:endParaRPr lang="it-IT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F99E17C8-2541-C39F-E53D-258A19EDB2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010" y="1299367"/>
            <a:ext cx="3864429" cy="363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16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8A206F4-6A6B-329E-4A4A-802A2352A6D4}"/>
              </a:ext>
            </a:extLst>
          </p:cNvPr>
          <p:cNvSpPr txBox="1"/>
          <p:nvPr/>
        </p:nvSpPr>
        <p:spPr>
          <a:xfrm>
            <a:off x="745672" y="707962"/>
            <a:ext cx="8354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Tree Models: ROC Curves DT vs RF vs GBT</a:t>
            </a:r>
            <a:endParaRPr lang="it-IT" sz="2400" b="1" dirty="0">
              <a:latin typeface="+mj-lt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140BE72-8007-553F-0307-03FFDF0B1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619" y="1538363"/>
            <a:ext cx="3626590" cy="358880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68F1803-AF81-0826-1B86-79C6EEE97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209" y="1538362"/>
            <a:ext cx="3626590" cy="358880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A06022E-4A19-BAD5-F9AD-2E0F7228FC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62" y="1538363"/>
            <a:ext cx="3436657" cy="358880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E4AF6C3-0EDF-E2B3-736E-F66E632B6D3F}"/>
              </a:ext>
            </a:extLst>
          </p:cNvPr>
          <p:cNvSpPr txBox="1"/>
          <p:nvPr/>
        </p:nvSpPr>
        <p:spPr>
          <a:xfrm>
            <a:off x="536629" y="5319637"/>
            <a:ext cx="11053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ROC curves are essentially identical and hug the top-left corner (</a:t>
            </a:r>
            <a:r>
              <a:rPr lang="en-US" b="1" dirty="0"/>
              <a:t>AUC ≈ 0.999</a:t>
            </a:r>
            <a:r>
              <a:rPr lang="en-US" dirty="0"/>
              <a:t>), indicating </a:t>
            </a:r>
            <a:r>
              <a:rPr lang="en-US" b="1" dirty="0"/>
              <a:t>excellent discrimination across thresholds</a:t>
            </a:r>
            <a:r>
              <a:rPr lang="en-US" dirty="0"/>
              <a:t> for all three tree models.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12705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EC87559-88D9-D5E1-09BA-394C2F523CE6}"/>
              </a:ext>
            </a:extLst>
          </p:cNvPr>
          <p:cNvSpPr txBox="1"/>
          <p:nvPr/>
        </p:nvSpPr>
        <p:spPr>
          <a:xfrm>
            <a:off x="849086" y="612844"/>
            <a:ext cx="104938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>
                <a:latin typeface="+mj-lt"/>
              </a:rPr>
              <a:t>Linear &amp; </a:t>
            </a:r>
            <a:r>
              <a:rPr lang="it-IT" sz="2400" b="1" dirty="0" err="1">
                <a:latin typeface="+mj-lt"/>
              </a:rPr>
              <a:t>Probabilistic</a:t>
            </a:r>
            <a:r>
              <a:rPr lang="it-IT" sz="2400" b="1" dirty="0">
                <a:latin typeface="+mj-lt"/>
              </a:rPr>
              <a:t> Models (Project Work)</a:t>
            </a:r>
          </a:p>
          <a:p>
            <a:endParaRPr lang="it-IT" sz="2400" b="1" dirty="0">
              <a:latin typeface="+mj-lt"/>
            </a:endParaRPr>
          </a:p>
          <a:p>
            <a:endParaRPr lang="it-IT" sz="2400" b="1" dirty="0">
              <a:latin typeface="+mj-lt"/>
            </a:endParaRPr>
          </a:p>
          <a:p>
            <a:r>
              <a:rPr lang="it-IT" b="1" dirty="0"/>
              <a:t>Models: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Logistic</a:t>
            </a:r>
            <a:r>
              <a:rPr lang="it-IT" dirty="0"/>
              <a:t> </a:t>
            </a:r>
            <a:r>
              <a:rPr lang="it-IT" dirty="0" err="1"/>
              <a:t>Regression</a:t>
            </a:r>
            <a:r>
              <a:rPr lang="it-IT" dirty="0"/>
              <a:t> (</a:t>
            </a:r>
            <a:r>
              <a:rPr lang="it-IT" dirty="0" err="1"/>
              <a:t>maxIter</a:t>
            </a:r>
            <a:r>
              <a:rPr lang="it-IT" dirty="0"/>
              <a:t>= 300, </a:t>
            </a:r>
            <a:r>
              <a:rPr lang="it-IT" dirty="0" err="1"/>
              <a:t>regParam</a:t>
            </a:r>
            <a:r>
              <a:rPr lang="it-IT" dirty="0"/>
              <a:t>= 0.001)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Linear SVM (</a:t>
            </a:r>
            <a:r>
              <a:rPr lang="it-IT" dirty="0" err="1"/>
              <a:t>maxIter</a:t>
            </a:r>
            <a:r>
              <a:rPr lang="it-IT" dirty="0"/>
              <a:t>= 500, </a:t>
            </a:r>
            <a:r>
              <a:rPr lang="it-IT" dirty="0" err="1"/>
              <a:t>regParam</a:t>
            </a:r>
            <a:r>
              <a:rPr lang="it-IT" dirty="0"/>
              <a:t>= 0.0001)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Naive</a:t>
            </a:r>
            <a:r>
              <a:rPr lang="it-IT" dirty="0"/>
              <a:t> </a:t>
            </a:r>
            <a:r>
              <a:rPr lang="it-IT" dirty="0" err="1"/>
              <a:t>Bayes</a:t>
            </a:r>
            <a:r>
              <a:rPr lang="it-IT" dirty="0"/>
              <a:t> (</a:t>
            </a:r>
            <a:r>
              <a:rPr lang="it-IT" dirty="0" err="1"/>
              <a:t>smoothing</a:t>
            </a:r>
            <a:r>
              <a:rPr lang="it-IT" dirty="0"/>
              <a:t>= 1.0)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dirty="0"/>
              <a:t>Test-set performance (from </a:t>
            </a:r>
            <a:r>
              <a:rPr lang="it-IT" b="1" dirty="0" err="1"/>
              <a:t>your</a:t>
            </a:r>
            <a:r>
              <a:rPr lang="it-IT" b="1" dirty="0"/>
              <a:t> printed </a:t>
            </a:r>
            <a:r>
              <a:rPr lang="it-IT" b="1" dirty="0" err="1"/>
              <a:t>table</a:t>
            </a:r>
            <a:r>
              <a:rPr lang="it-IT" b="1" dirty="0"/>
              <a:t>):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Linear SVM:</a:t>
            </a:r>
            <a:r>
              <a:rPr lang="it-IT" dirty="0"/>
              <a:t> 88.213% </a:t>
            </a:r>
            <a:r>
              <a:rPr lang="it-IT" dirty="0" err="1"/>
              <a:t>accuracy</a:t>
            </a:r>
            <a:r>
              <a:rPr lang="it-IT" dirty="0"/>
              <a:t>, 0.88227 F1, ROC-AUC 0.929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Logistic</a:t>
            </a:r>
            <a:r>
              <a:rPr lang="it-IT" b="1" dirty="0"/>
              <a:t> </a:t>
            </a:r>
            <a:r>
              <a:rPr lang="it-IT" b="1" dirty="0" err="1"/>
              <a:t>Regression</a:t>
            </a:r>
            <a:r>
              <a:rPr lang="it-IT" b="1" dirty="0"/>
              <a:t>:</a:t>
            </a:r>
            <a:r>
              <a:rPr lang="it-IT" dirty="0"/>
              <a:t> 86.696% </a:t>
            </a:r>
            <a:r>
              <a:rPr lang="it-IT" dirty="0" err="1"/>
              <a:t>accuracy</a:t>
            </a:r>
            <a:r>
              <a:rPr lang="it-IT" dirty="0"/>
              <a:t>, 0.86709 F1, ROC-AUC 0.936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Naive</a:t>
            </a:r>
            <a:r>
              <a:rPr lang="it-IT" b="1" dirty="0"/>
              <a:t> </a:t>
            </a:r>
            <a:r>
              <a:rPr lang="it-IT" b="1" dirty="0" err="1"/>
              <a:t>Bayes</a:t>
            </a:r>
            <a:r>
              <a:rPr lang="it-IT" b="1" dirty="0"/>
              <a:t>:</a:t>
            </a:r>
            <a:r>
              <a:rPr lang="it-IT" dirty="0"/>
              <a:t> 76.050% </a:t>
            </a:r>
            <a:r>
              <a:rPr lang="it-IT" dirty="0" err="1"/>
              <a:t>accuracy</a:t>
            </a:r>
            <a:r>
              <a:rPr lang="it-IT" dirty="0"/>
              <a:t>, 0.75965 F1, ROC-AUC 0.839</a:t>
            </a:r>
          </a:p>
          <a:p>
            <a:endParaRPr lang="it-IT" sz="2400" b="1" dirty="0">
              <a:latin typeface="+mj-lt"/>
            </a:endParaRPr>
          </a:p>
          <a:p>
            <a:endParaRPr lang="it-IT" sz="2400" b="1" dirty="0">
              <a:latin typeface="+mj-lt"/>
            </a:endParaRPr>
          </a:p>
          <a:p>
            <a:r>
              <a:rPr lang="en-US" dirty="0"/>
              <a:t>Linear models perform reasonably well → consistent with the idea that a linear boundary captures part of the structure, but the remaining gap suggests important non-linear interactions.</a:t>
            </a:r>
            <a:endParaRPr lang="it-IT" b="1" dirty="0">
              <a:latin typeface="+mj-lt"/>
            </a:endParaRPr>
          </a:p>
          <a:p>
            <a:endParaRPr lang="it-IT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8658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298CD64-EDE6-1F7F-B194-4C94CFB38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09" y="468087"/>
            <a:ext cx="10703181" cy="465393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3362B7-F1AC-F0F2-580D-553719C87EED}"/>
              </a:ext>
            </a:extLst>
          </p:cNvPr>
          <p:cNvSpPr txBox="1"/>
          <p:nvPr/>
        </p:nvSpPr>
        <p:spPr>
          <a:xfrm>
            <a:off x="744409" y="5281135"/>
            <a:ext cx="10703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Linear SVM achieves the best Accuracy/F1, while Logistic Regression has the highest ROC–AUC; Naive Bayes is clearly weaker across all metrics.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077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89EB2C9-0672-3F18-9EF1-6E90B1120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220" y="1534138"/>
            <a:ext cx="3865456" cy="346315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E377B9C-EF98-E485-5BB8-315D65266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071" y="1534138"/>
            <a:ext cx="3827149" cy="346315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F0F2A6B-C5FE-01AF-A0D5-543B345E6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45" y="1534138"/>
            <a:ext cx="3851526" cy="3463151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FC10DE6A-71DB-5CD7-BEF0-DCAA076FB6ED}"/>
              </a:ext>
            </a:extLst>
          </p:cNvPr>
          <p:cNvSpPr txBox="1"/>
          <p:nvPr/>
        </p:nvSpPr>
        <p:spPr>
          <a:xfrm>
            <a:off x="518477" y="645663"/>
            <a:ext cx="1092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Linear &amp; Probabilistic Models: Feature Weights LR vs Linear SVM vs Naive Bayes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18EBB42-DB58-7F6F-68B5-D956A05A93D4}"/>
              </a:ext>
            </a:extLst>
          </p:cNvPr>
          <p:cNvSpPr txBox="1"/>
          <p:nvPr/>
        </p:nvSpPr>
        <p:spPr>
          <a:xfrm>
            <a:off x="615043" y="5212807"/>
            <a:ext cx="107306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Across the baseline models, the strongest signals consistently come from </a:t>
            </a:r>
            <a:r>
              <a:rPr lang="en-US" b="1" dirty="0"/>
              <a:t>ring/veil</a:t>
            </a:r>
            <a:r>
              <a:rPr lang="en-US" dirty="0"/>
              <a:t>, </a:t>
            </a:r>
            <a:r>
              <a:rPr lang="en-US" b="1" dirty="0"/>
              <a:t>stem</a:t>
            </a:r>
            <a:r>
              <a:rPr lang="en-US" dirty="0"/>
              <a:t>, and </a:t>
            </a:r>
            <a:r>
              <a:rPr lang="en-US" b="1" dirty="0"/>
              <a:t>spore-print</a:t>
            </a:r>
            <a:r>
              <a:rPr lang="en-US" dirty="0"/>
              <a:t> attributes, while the numeric features contribute relatively little—helping explain why linear models perform well but still trail tree ensembles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86721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273F8DB-D6AD-2C96-69FB-C3E8C37D5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508" y="1665510"/>
            <a:ext cx="3683049" cy="327099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D35DB6F-D832-AB66-78BC-A611AB9DA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266" y="1665512"/>
            <a:ext cx="3796521" cy="327099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22E356C-7373-75A0-79C0-17431F622D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67" y="1665514"/>
            <a:ext cx="3749242" cy="3270991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6B3084A4-E859-E423-7853-1B7A9E54AD4F}"/>
              </a:ext>
            </a:extLst>
          </p:cNvPr>
          <p:cNvSpPr txBox="1"/>
          <p:nvPr/>
        </p:nvSpPr>
        <p:spPr>
          <a:xfrm>
            <a:off x="638765" y="819833"/>
            <a:ext cx="10246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Linear &amp; </a:t>
            </a:r>
            <a:r>
              <a:rPr lang="it-IT" sz="2000" b="1" dirty="0" err="1"/>
              <a:t>Probabilistic</a:t>
            </a:r>
            <a:r>
              <a:rPr lang="it-IT" sz="2000" b="1" dirty="0"/>
              <a:t> Models: ROC </a:t>
            </a:r>
            <a:r>
              <a:rPr lang="it-IT" sz="2000" b="1" dirty="0" err="1"/>
              <a:t>Curves</a:t>
            </a:r>
            <a:r>
              <a:rPr lang="it-IT" sz="2000" b="1" dirty="0"/>
              <a:t> (LR vs Linear SVM vs </a:t>
            </a:r>
            <a:r>
              <a:rPr lang="it-IT" sz="2000" b="1" dirty="0" err="1"/>
              <a:t>Naive</a:t>
            </a:r>
            <a:r>
              <a:rPr lang="it-IT" sz="2000" b="1" dirty="0"/>
              <a:t> </a:t>
            </a:r>
            <a:r>
              <a:rPr lang="it-IT" sz="2000" b="1" dirty="0" err="1"/>
              <a:t>Bayes</a:t>
            </a:r>
            <a:r>
              <a:rPr lang="it-IT" sz="2000" b="1" dirty="0"/>
              <a:t>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770C2DC-24D9-3818-AD33-043A348D0C1E}"/>
              </a:ext>
            </a:extLst>
          </p:cNvPr>
          <p:cNvSpPr txBox="1"/>
          <p:nvPr/>
        </p:nvSpPr>
        <p:spPr>
          <a:xfrm>
            <a:off x="638765" y="5192486"/>
            <a:ext cx="11051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ROC curves show that LR and Linear SVM separate the classes well across thresholds (AUC ≈ 0.93), whereas Naive Bayes is less discriminative (AUC ≈ 0.84)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0740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7B2AA5-071F-A1E4-3280-24FA7434731D}"/>
              </a:ext>
            </a:extLst>
          </p:cNvPr>
          <p:cNvSpPr txBox="1"/>
          <p:nvPr/>
        </p:nvSpPr>
        <p:spPr>
          <a:xfrm>
            <a:off x="1164770" y="1039228"/>
            <a:ext cx="1034142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1" dirty="0" err="1">
                <a:latin typeface="+mj-lt"/>
              </a:rPr>
              <a:t>Final</a:t>
            </a:r>
            <a:r>
              <a:rPr lang="it-IT" sz="2400" b="1" dirty="0">
                <a:latin typeface="+mj-lt"/>
              </a:rPr>
              <a:t> </a:t>
            </a:r>
            <a:r>
              <a:rPr lang="it-IT" sz="2400" b="1" dirty="0" err="1">
                <a:latin typeface="+mj-lt"/>
              </a:rPr>
              <a:t>discussion</a:t>
            </a:r>
            <a:r>
              <a:rPr lang="it-IT" sz="2400" b="1" dirty="0">
                <a:latin typeface="+mj-lt"/>
              </a:rPr>
              <a:t> &amp; </a:t>
            </a:r>
            <a:r>
              <a:rPr lang="it-IT" sz="2400" b="1" dirty="0" err="1">
                <a:latin typeface="+mj-lt"/>
              </a:rPr>
              <a:t>conclusion</a:t>
            </a:r>
            <a:endParaRPr lang="it-IT" sz="2400" b="1" dirty="0">
              <a:latin typeface="+mj-lt"/>
            </a:endParaRPr>
          </a:p>
          <a:p>
            <a:pPr>
              <a:buNone/>
            </a:pPr>
            <a:endParaRPr lang="it-IT" b="1" dirty="0"/>
          </a:p>
          <a:p>
            <a:pPr>
              <a:buNone/>
            </a:pPr>
            <a:endParaRPr lang="it-IT" b="1" dirty="0"/>
          </a:p>
          <a:p>
            <a:pPr>
              <a:buNone/>
            </a:pPr>
            <a:r>
              <a:rPr lang="it-IT" b="1" dirty="0"/>
              <a:t>Tree-</a:t>
            </a:r>
            <a:r>
              <a:rPr lang="it-IT" b="1" dirty="0" err="1"/>
              <a:t>based</a:t>
            </a:r>
            <a:r>
              <a:rPr lang="it-IT" b="1" dirty="0"/>
              <a:t> models dominate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tree</a:t>
            </a:r>
            <a:r>
              <a:rPr lang="it-IT" dirty="0"/>
              <a:t> models </a:t>
            </a:r>
            <a:r>
              <a:rPr lang="it-IT" dirty="0" err="1"/>
              <a:t>achieve</a:t>
            </a:r>
            <a:r>
              <a:rPr lang="it-IT" dirty="0"/>
              <a:t> </a:t>
            </a:r>
            <a:r>
              <a:rPr lang="it-IT" b="1" dirty="0"/>
              <a:t>&gt;99% </a:t>
            </a:r>
            <a:r>
              <a:rPr lang="it-IT" b="1" dirty="0" err="1"/>
              <a:t>accuracy</a:t>
            </a:r>
            <a:r>
              <a:rPr lang="it-IT" dirty="0"/>
              <a:t> and </a:t>
            </a:r>
            <a:r>
              <a:rPr lang="it-IT" b="1" dirty="0"/>
              <a:t>&gt;0.99 F1</a:t>
            </a:r>
            <a:r>
              <a:rPr lang="it-IT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Best overall:</a:t>
            </a:r>
            <a:r>
              <a:rPr lang="it-IT" dirty="0"/>
              <a:t> </a:t>
            </a:r>
            <a:r>
              <a:rPr lang="it-IT" b="1" dirty="0"/>
              <a:t>GBT (99.975% </a:t>
            </a:r>
            <a:r>
              <a:rPr lang="it-IT" b="1" dirty="0" err="1"/>
              <a:t>accuracy</a:t>
            </a:r>
            <a:r>
              <a:rPr lang="it-IT" b="1" dirty="0"/>
              <a:t>, 0.99975 F1)</a:t>
            </a:r>
            <a:br>
              <a:rPr lang="it-IT" dirty="0"/>
            </a:br>
            <a:r>
              <a:rPr lang="it-IT" dirty="0"/>
              <a:t>Next: </a:t>
            </a:r>
            <a:r>
              <a:rPr lang="it-IT" b="1" dirty="0" err="1"/>
              <a:t>Decision</a:t>
            </a:r>
            <a:r>
              <a:rPr lang="it-IT" b="1" dirty="0"/>
              <a:t> Tree (99.792%, 0.99792)</a:t>
            </a:r>
            <a:r>
              <a:rPr lang="it-IT" dirty="0"/>
              <a:t>, </a:t>
            </a:r>
            <a:r>
              <a:rPr lang="it-IT" b="1" dirty="0"/>
              <a:t>Random </a:t>
            </a:r>
            <a:r>
              <a:rPr lang="it-IT" b="1" dirty="0" err="1"/>
              <a:t>Forest</a:t>
            </a:r>
            <a:r>
              <a:rPr lang="it-IT" b="1" dirty="0"/>
              <a:t> (99.250%, 0.99250)</a:t>
            </a:r>
            <a:r>
              <a:rPr lang="it-IT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None/>
            </a:pPr>
            <a:r>
              <a:rPr lang="it-IT" b="1" dirty="0"/>
              <a:t>Linear / </a:t>
            </a:r>
            <a:r>
              <a:rPr lang="it-IT" b="1" dirty="0" err="1"/>
              <a:t>probabilistic</a:t>
            </a:r>
            <a:r>
              <a:rPr lang="it-IT" b="1" dirty="0"/>
              <a:t> models (</a:t>
            </a:r>
            <a:r>
              <a:rPr lang="it-IT" b="1" dirty="0" err="1"/>
              <a:t>lower</a:t>
            </a:r>
            <a:r>
              <a:rPr lang="it-IT" b="1" dirty="0"/>
              <a:t> performance)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Linear SVM:</a:t>
            </a:r>
            <a:r>
              <a:rPr lang="it-IT" dirty="0"/>
              <a:t> </a:t>
            </a:r>
            <a:r>
              <a:rPr lang="it-IT" b="1" dirty="0"/>
              <a:t>88.2% </a:t>
            </a:r>
            <a:r>
              <a:rPr lang="it-IT" b="1" dirty="0" err="1"/>
              <a:t>acc</a:t>
            </a:r>
            <a:r>
              <a:rPr lang="it-IT" dirty="0"/>
              <a:t>, </a:t>
            </a:r>
            <a:r>
              <a:rPr lang="it-IT" b="1" dirty="0"/>
              <a:t>0.88 F1</a:t>
            </a:r>
            <a:r>
              <a:rPr lang="it-IT" dirty="0"/>
              <a:t>, </a:t>
            </a:r>
            <a:r>
              <a:rPr lang="it-IT" b="1" dirty="0"/>
              <a:t>~0.93 ROC–AUC</a:t>
            </a:r>
            <a:r>
              <a:rPr lang="it-IT" dirty="0"/>
              <a:t> (best </a:t>
            </a:r>
            <a:r>
              <a:rPr lang="it-IT" dirty="0" err="1"/>
              <a:t>among</a:t>
            </a:r>
            <a:r>
              <a:rPr lang="it-IT" dirty="0"/>
              <a:t> linear).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Logistic</a:t>
            </a:r>
            <a:r>
              <a:rPr lang="it-IT" b="1" dirty="0"/>
              <a:t> </a:t>
            </a:r>
            <a:r>
              <a:rPr lang="it-IT" b="1" dirty="0" err="1"/>
              <a:t>Regression</a:t>
            </a:r>
            <a:r>
              <a:rPr lang="it-IT" b="1" dirty="0"/>
              <a:t>:</a:t>
            </a:r>
            <a:r>
              <a:rPr lang="it-IT" dirty="0"/>
              <a:t> </a:t>
            </a:r>
            <a:r>
              <a:rPr lang="it-IT" b="1" dirty="0"/>
              <a:t>86.7% </a:t>
            </a:r>
            <a:r>
              <a:rPr lang="it-IT" b="1" dirty="0" err="1"/>
              <a:t>acc</a:t>
            </a:r>
            <a:r>
              <a:rPr lang="it-IT" dirty="0"/>
              <a:t>, </a:t>
            </a:r>
            <a:r>
              <a:rPr lang="it-IT" b="1" dirty="0"/>
              <a:t>0.87 F1</a:t>
            </a:r>
            <a:r>
              <a:rPr lang="it-IT" dirty="0"/>
              <a:t>, </a:t>
            </a:r>
            <a:r>
              <a:rPr lang="it-IT" b="1" dirty="0"/>
              <a:t>~0.94 ROC–AUC</a:t>
            </a:r>
            <a:r>
              <a:rPr lang="it-IT" dirty="0"/>
              <a:t> (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AUC </a:t>
            </a:r>
            <a:r>
              <a:rPr lang="it-IT" dirty="0" err="1"/>
              <a:t>than</a:t>
            </a:r>
            <a:r>
              <a:rPr lang="it-IT" dirty="0"/>
              <a:t> SVM).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Naive</a:t>
            </a:r>
            <a:r>
              <a:rPr lang="it-IT" b="1" dirty="0"/>
              <a:t> </a:t>
            </a:r>
            <a:r>
              <a:rPr lang="it-IT" b="1" dirty="0" err="1"/>
              <a:t>Bayes</a:t>
            </a:r>
            <a:r>
              <a:rPr lang="it-IT" b="1" dirty="0"/>
              <a:t>:</a:t>
            </a:r>
            <a:r>
              <a:rPr lang="it-IT" dirty="0"/>
              <a:t> </a:t>
            </a:r>
            <a:r>
              <a:rPr lang="it-IT" dirty="0" err="1"/>
              <a:t>lowest</a:t>
            </a:r>
            <a:r>
              <a:rPr lang="it-IT" dirty="0"/>
              <a:t> (</a:t>
            </a:r>
            <a:r>
              <a:rPr lang="it-IT" b="1" dirty="0"/>
              <a:t>76.1% </a:t>
            </a:r>
            <a:r>
              <a:rPr lang="it-IT" b="1" dirty="0" err="1"/>
              <a:t>acc</a:t>
            </a:r>
            <a:r>
              <a:rPr lang="it-IT" dirty="0"/>
              <a:t>, </a:t>
            </a:r>
            <a:r>
              <a:rPr lang="it-IT" b="1" dirty="0"/>
              <a:t>0.76 F1</a:t>
            </a:r>
            <a:r>
              <a:rPr lang="it-IT" dirty="0"/>
              <a:t>, </a:t>
            </a:r>
            <a:r>
              <a:rPr lang="it-IT" b="1" dirty="0"/>
              <a:t>~0.84 ROC–AUC</a:t>
            </a:r>
            <a:r>
              <a:rPr lang="it-IT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endParaRPr lang="it-IT" dirty="0"/>
          </a:p>
          <a:p>
            <a:r>
              <a:rPr lang="en-US" b="1" dirty="0"/>
              <a:t>Why are tree models so strong?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Non-linear interactions between many categorical attributes.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is simulated/structured in a way that can make classification very learnable.</a:t>
            </a:r>
          </a:p>
        </p:txBody>
      </p:sp>
      <p:pic>
        <p:nvPicPr>
          <p:cNvPr id="7" name="Elemento grafico 6" descr="Campana contorno">
            <a:extLst>
              <a:ext uri="{FF2B5EF4-FFF2-40B4-BE49-F238E27FC236}">
                <a16:creationId xmlns:a16="http://schemas.microsoft.com/office/drawing/2014/main" id="{680B793F-4175-CE48-DC24-B114A4022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370" y="49965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320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Metadata/LabelInfo.xml><?xml version="1.0" encoding="utf-8"?>
<clbl:labelList xmlns:clbl="http://schemas.microsoft.com/office/2020/mipLabelMetadata">
  <clbl:label id="{4f9646e7-a2b7-4055-b37c-fae88eceb046}" enabled="1" method="Privileged" siteId="{9bc3d1cd-55ca-4e13-b5a2-a9e9deaeba3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TM04033921[[fn=Damascato]]</Template>
  <TotalTime>0</TotalTime>
  <Words>1167</Words>
  <Application>Microsoft Office PowerPoint</Application>
  <PresentationFormat>Widescreen</PresentationFormat>
  <Paragraphs>154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4" baseType="lpstr">
      <vt:lpstr>Aptos</vt:lpstr>
      <vt:lpstr>Arial</vt:lpstr>
      <vt:lpstr>Bookman Old Style</vt:lpstr>
      <vt:lpstr>Courier New</vt:lpstr>
      <vt:lpstr>Rockwell</vt:lpstr>
      <vt:lpstr>Damask</vt:lpstr>
      <vt:lpstr>Mushroom Classification  (Edible vs Poisonous)  on the Secondary Mushroom Dataset</vt:lpstr>
      <vt:lpstr>Presentazione standard di PowerPoint</vt:lpstr>
      <vt:lpstr>Problem description &amp; motivation   Goal:  Predict whether a mushroom is edible (e) or poisonous (p) from attribute-based (tabular) descriptors.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Hamidreza BAHMANYAR</dc:creator>
  <cp:lastModifiedBy>Hamidreza BAHMANYAR</cp:lastModifiedBy>
  <cp:revision>1</cp:revision>
  <dcterms:created xsi:type="dcterms:W3CDTF">2026-02-03T11:53:16Z</dcterms:created>
  <dcterms:modified xsi:type="dcterms:W3CDTF">2026-02-04T10:45:10Z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di Office:8</vt:lpwstr>
  </property>
  <property fmtid="{D5CDD505-2E9C-101B-9397-08002B2CF9AE}" pid="3" name="ClassificationContentMarkingFooterText">
    <vt:lpwstr>Sensitivity: C1-Internal</vt:lpwstr>
  </property>
</Properties>
</file>